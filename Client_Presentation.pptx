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8" r:id="rId6"/>
    <p:sldId id="262" r:id="rId7"/>
    <p:sldId id="269" r:id="rId8"/>
    <p:sldId id="263" r:id="rId9"/>
    <p:sldId id="265" r:id="rId10"/>
    <p:sldId id="264" r:id="rId11"/>
    <p:sldId id="270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72686D-8CB6-45BE-840D-3D1845FE2517}" v="1759" dt="2026-09-03T23:03:20.2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11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Wells" userId="1773e0c03b1d2bf5" providerId="LiveId" clId="{D3655903-3B21-4B65-95D8-E7ED9C04EE67}"/>
    <pc:docChg chg="undo custSel addSld delSld modSld sldOrd">
      <pc:chgData name="Nathan Wells" userId="1773e0c03b1d2bf5" providerId="LiveId" clId="{D3655903-3B21-4B65-95D8-E7ED9C04EE67}" dt="2026-09-04T19:40:34.371" v="8868" actId="20577"/>
      <pc:docMkLst>
        <pc:docMk/>
      </pc:docMkLst>
      <pc:sldChg chg="addSp modSp mod">
        <pc:chgData name="Nathan Wells" userId="1773e0c03b1d2bf5" providerId="LiveId" clId="{D3655903-3B21-4B65-95D8-E7ED9C04EE67}" dt="2026-09-04T19:36:32.525" v="8711" actId="1076"/>
        <pc:sldMkLst>
          <pc:docMk/>
          <pc:sldMk cId="109857222" sldId="256"/>
        </pc:sldMkLst>
        <pc:spChg chg="mod">
          <ac:chgData name="Nathan Wells" userId="1773e0c03b1d2bf5" providerId="LiveId" clId="{D3655903-3B21-4B65-95D8-E7ED9C04EE67}" dt="2026-09-04T19:36:25.346" v="8709" actId="20577"/>
          <ac:spMkLst>
            <pc:docMk/>
            <pc:sldMk cId="109857222" sldId="256"/>
            <ac:spMk id="2" creationId="{00000000-0000-0000-0000-000000000000}"/>
          </ac:spMkLst>
        </pc:spChg>
        <pc:picChg chg="add mod">
          <ac:chgData name="Nathan Wells" userId="1773e0c03b1d2bf5" providerId="LiveId" clId="{D3655903-3B21-4B65-95D8-E7ED9C04EE67}" dt="2026-09-04T19:36:32.525" v="8711" actId="1076"/>
          <ac:picMkLst>
            <pc:docMk/>
            <pc:sldMk cId="109857222" sldId="256"/>
            <ac:picMk id="5" creationId="{D89DCE8F-8234-FAB3-8D8D-5B0706A97D09}"/>
          </ac:picMkLst>
        </pc:picChg>
      </pc:sldChg>
      <pc:sldChg chg="del">
        <pc:chgData name="Nathan Wells" userId="1773e0c03b1d2bf5" providerId="LiveId" clId="{D3655903-3B21-4B65-95D8-E7ED9C04EE67}" dt="2026-09-04T19:34:44.254" v="8679" actId="47"/>
        <pc:sldMkLst>
          <pc:docMk/>
          <pc:sldMk cId="3027769948" sldId="257"/>
        </pc:sldMkLst>
      </pc:sldChg>
      <pc:sldChg chg="modSp mod">
        <pc:chgData name="Nathan Wells" userId="1773e0c03b1d2bf5" providerId="LiveId" clId="{D3655903-3B21-4B65-95D8-E7ED9C04EE67}" dt="2026-09-04T19:36:46.037" v="8714" actId="20577"/>
        <pc:sldMkLst>
          <pc:docMk/>
          <pc:sldMk cId="2165895789" sldId="258"/>
        </pc:sldMkLst>
        <pc:spChg chg="mod">
          <ac:chgData name="Nathan Wells" userId="1773e0c03b1d2bf5" providerId="LiveId" clId="{D3655903-3B21-4B65-95D8-E7ED9C04EE67}" dt="2026-09-04T04:39:00.814" v="7304" actId="20577"/>
          <ac:spMkLst>
            <pc:docMk/>
            <pc:sldMk cId="2165895789" sldId="258"/>
            <ac:spMk id="2" creationId="{E8CC9DC9-F7C1-A4F1-5639-4B5FB53D7CDB}"/>
          </ac:spMkLst>
        </pc:spChg>
        <pc:spChg chg="mod">
          <ac:chgData name="Nathan Wells" userId="1773e0c03b1d2bf5" providerId="LiveId" clId="{D3655903-3B21-4B65-95D8-E7ED9C04EE67}" dt="2026-09-04T19:36:46.037" v="8714" actId="20577"/>
          <ac:spMkLst>
            <pc:docMk/>
            <pc:sldMk cId="2165895789" sldId="258"/>
            <ac:spMk id="3" creationId="{AC83ADAC-1AF1-A42F-4EC4-6AA6EA4C0BB7}"/>
          </ac:spMkLst>
        </pc:spChg>
        <pc:spChg chg="mod">
          <ac:chgData name="Nathan Wells" userId="1773e0c03b1d2bf5" providerId="LiveId" clId="{D3655903-3B21-4B65-95D8-E7ED9C04EE67}" dt="2026-09-04T04:38:26.587" v="7297" actId="14100"/>
          <ac:spMkLst>
            <pc:docMk/>
            <pc:sldMk cId="2165895789" sldId="258"/>
            <ac:spMk id="5" creationId="{46B0EE36-1A94-E0A1-68FB-9FBCA3E46F61}"/>
          </ac:spMkLst>
        </pc:spChg>
      </pc:sldChg>
      <pc:sldChg chg="modSp mod">
        <pc:chgData name="Nathan Wells" userId="1773e0c03b1d2bf5" providerId="LiveId" clId="{D3655903-3B21-4B65-95D8-E7ED9C04EE67}" dt="2026-09-04T19:37:21.751" v="8715"/>
        <pc:sldMkLst>
          <pc:docMk/>
          <pc:sldMk cId="2704516942" sldId="259"/>
        </pc:sldMkLst>
        <pc:spChg chg="mod">
          <ac:chgData name="Nathan Wells" userId="1773e0c03b1d2bf5" providerId="LiveId" clId="{D3655903-3B21-4B65-95D8-E7ED9C04EE67}" dt="2026-09-04T19:37:21.751" v="8715"/>
          <ac:spMkLst>
            <pc:docMk/>
            <pc:sldMk cId="2704516942" sldId="259"/>
            <ac:spMk id="3" creationId="{2B454EF3-5257-79DE-817F-EB979B149A82}"/>
          </ac:spMkLst>
        </pc:spChg>
      </pc:sldChg>
      <pc:sldChg chg="addSp delSp modSp mod">
        <pc:chgData name="Nathan Wells" userId="1773e0c03b1d2bf5" providerId="LiveId" clId="{D3655903-3B21-4B65-95D8-E7ED9C04EE67}" dt="2026-09-04T19:38:35.305" v="8750" actId="27117"/>
        <pc:sldMkLst>
          <pc:docMk/>
          <pc:sldMk cId="2717829832" sldId="260"/>
        </pc:sldMkLst>
        <pc:spChg chg="mod">
          <ac:chgData name="Nathan Wells" userId="1773e0c03b1d2bf5" providerId="LiveId" clId="{D3655903-3B21-4B65-95D8-E7ED9C04EE67}" dt="2026-09-03T23:44:17.186" v="2048" actId="20577"/>
          <ac:spMkLst>
            <pc:docMk/>
            <pc:sldMk cId="2717829832" sldId="260"/>
            <ac:spMk id="2" creationId="{C0DA231C-E5B5-B9A5-110D-69CF8A283B3C}"/>
          </ac:spMkLst>
        </pc:spChg>
        <pc:spChg chg="mod">
          <ac:chgData name="Nathan Wells" userId="1773e0c03b1d2bf5" providerId="LiveId" clId="{D3655903-3B21-4B65-95D8-E7ED9C04EE67}" dt="2026-09-03T23:49:47.336" v="2534" actId="404"/>
          <ac:spMkLst>
            <pc:docMk/>
            <pc:sldMk cId="2717829832" sldId="260"/>
            <ac:spMk id="3" creationId="{420AF867-022E-D8A4-ABC1-B7B78487D19A}"/>
          </ac:spMkLst>
        </pc:spChg>
        <pc:spChg chg="add mod">
          <ac:chgData name="Nathan Wells" userId="1773e0c03b1d2bf5" providerId="LiveId" clId="{D3655903-3B21-4B65-95D8-E7ED9C04EE67}" dt="2026-09-04T00:24:13.278" v="3316" actId="20577"/>
          <ac:spMkLst>
            <pc:docMk/>
            <pc:sldMk cId="2717829832" sldId="260"/>
            <ac:spMk id="8" creationId="{7658B149-510A-332B-D6A9-0FD2084540C7}"/>
          </ac:spMkLst>
        </pc:spChg>
        <pc:spChg chg="add del mod">
          <ac:chgData name="Nathan Wells" userId="1773e0c03b1d2bf5" providerId="LiveId" clId="{D3655903-3B21-4B65-95D8-E7ED9C04EE67}" dt="2026-09-03T23:52:49.778" v="2746"/>
          <ac:spMkLst>
            <pc:docMk/>
            <pc:sldMk cId="2717829832" sldId="260"/>
            <ac:spMk id="9" creationId="{2A25CB24-2E43-5FBC-78BB-C878C0F10A5A}"/>
          </ac:spMkLst>
        </pc:spChg>
        <pc:graphicFrameChg chg="add mod modGraphic">
          <ac:chgData name="Nathan Wells" userId="1773e0c03b1d2bf5" providerId="LiveId" clId="{D3655903-3B21-4B65-95D8-E7ED9C04EE67}" dt="2026-09-04T19:38:35.305" v="8750" actId="27117"/>
          <ac:graphicFrameMkLst>
            <pc:docMk/>
            <pc:sldMk cId="2717829832" sldId="260"/>
            <ac:graphicFrameMk id="5" creationId="{DFA5C1A3-E85D-C79B-FBB2-369ACD8A5E1F}"/>
          </ac:graphicFrameMkLst>
        </pc:graphicFrameChg>
        <pc:graphicFrameChg chg="add mod modGraphic">
          <ac:chgData name="Nathan Wells" userId="1773e0c03b1d2bf5" providerId="LiveId" clId="{D3655903-3B21-4B65-95D8-E7ED9C04EE67}" dt="2026-09-04T19:38:32.034" v="8749" actId="27117"/>
          <ac:graphicFrameMkLst>
            <pc:docMk/>
            <pc:sldMk cId="2717829832" sldId="260"/>
            <ac:graphicFrameMk id="7" creationId="{B134ECAC-4115-46D9-3C61-CABB0EE9DD7D}"/>
          </ac:graphicFrameMkLst>
        </pc:graphicFrameChg>
        <pc:graphicFrameChg chg="add mod modGraphic">
          <ac:chgData name="Nathan Wells" userId="1773e0c03b1d2bf5" providerId="LiveId" clId="{D3655903-3B21-4B65-95D8-E7ED9C04EE67}" dt="2026-09-04T19:35:16.483" v="8685" actId="313"/>
          <ac:graphicFrameMkLst>
            <pc:docMk/>
            <pc:sldMk cId="2717829832" sldId="260"/>
            <ac:graphicFrameMk id="10" creationId="{57F9C749-07A3-C309-5584-A4CEF53A4441}"/>
          </ac:graphicFrameMkLst>
        </pc:graphicFrameChg>
      </pc:sldChg>
      <pc:sldChg chg="del">
        <pc:chgData name="Nathan Wells" userId="1773e0c03b1d2bf5" providerId="LiveId" clId="{D3655903-3B21-4B65-95D8-E7ED9C04EE67}" dt="2026-09-04T00:28:18.094" v="3598" actId="47"/>
        <pc:sldMkLst>
          <pc:docMk/>
          <pc:sldMk cId="381156742" sldId="261"/>
        </pc:sldMkLst>
      </pc:sldChg>
      <pc:sldChg chg="addSp delSp modSp mod modClrScheme chgLayout">
        <pc:chgData name="Nathan Wells" userId="1773e0c03b1d2bf5" providerId="LiveId" clId="{D3655903-3B21-4B65-95D8-E7ED9C04EE67}" dt="2026-09-04T19:39:23.717" v="8772" actId="20577"/>
        <pc:sldMkLst>
          <pc:docMk/>
          <pc:sldMk cId="1046871377" sldId="262"/>
        </pc:sldMkLst>
        <pc:spChg chg="mod ord">
          <ac:chgData name="Nathan Wells" userId="1773e0c03b1d2bf5" providerId="LiveId" clId="{D3655903-3B21-4B65-95D8-E7ED9C04EE67}" dt="2026-09-04T19:39:23.717" v="8772" actId="20577"/>
          <ac:spMkLst>
            <pc:docMk/>
            <pc:sldMk cId="1046871377" sldId="262"/>
            <ac:spMk id="2" creationId="{F8A06B48-7A7A-5760-9FA7-D8945719370C}"/>
          </ac:spMkLst>
        </pc:spChg>
        <pc:spChg chg="mod ord">
          <ac:chgData name="Nathan Wells" userId="1773e0c03b1d2bf5" providerId="LiveId" clId="{D3655903-3B21-4B65-95D8-E7ED9C04EE67}" dt="2026-09-04T19:37:54.980" v="8748" actId="313"/>
          <ac:spMkLst>
            <pc:docMk/>
            <pc:sldMk cId="1046871377" sldId="262"/>
            <ac:spMk id="3" creationId="{F6FA1617-10AA-70BA-124F-64E9D175AEBE}"/>
          </ac:spMkLst>
        </pc:spChg>
        <pc:spChg chg="add mod ord">
          <ac:chgData name="Nathan Wells" userId="1773e0c03b1d2bf5" providerId="LiveId" clId="{D3655903-3B21-4B65-95D8-E7ED9C04EE67}" dt="2026-09-04T19:37:43.533" v="8738" actId="20577"/>
          <ac:spMkLst>
            <pc:docMk/>
            <pc:sldMk cId="1046871377" sldId="262"/>
            <ac:spMk id="4" creationId="{6E827552-3551-5D1C-491B-51CE00087B7F}"/>
          </ac:spMkLst>
        </pc:spChg>
        <pc:spChg chg="add mod">
          <ac:chgData name="Nathan Wells" userId="1773e0c03b1d2bf5" providerId="LiveId" clId="{D3655903-3B21-4B65-95D8-E7ED9C04EE67}" dt="2026-09-04T05:13:26.218" v="7727" actId="14100"/>
          <ac:spMkLst>
            <pc:docMk/>
            <pc:sldMk cId="1046871377" sldId="262"/>
            <ac:spMk id="21" creationId="{FD516716-22B4-DD8C-60F3-6D50D543E767}"/>
          </ac:spMkLst>
        </pc:spChg>
        <pc:spChg chg="add del mod">
          <ac:chgData name="Nathan Wells" userId="1773e0c03b1d2bf5" providerId="LiveId" clId="{D3655903-3B21-4B65-95D8-E7ED9C04EE67}" dt="2026-09-04T05:08:37.546" v="7440" actId="478"/>
          <ac:spMkLst>
            <pc:docMk/>
            <pc:sldMk cId="1046871377" sldId="262"/>
            <ac:spMk id="23" creationId="{7CB0292E-DE0B-2F46-622D-50FD14223B84}"/>
          </ac:spMkLst>
        </pc:spChg>
        <pc:spChg chg="add mod">
          <ac:chgData name="Nathan Wells" userId="1773e0c03b1d2bf5" providerId="LiveId" clId="{D3655903-3B21-4B65-95D8-E7ED9C04EE67}" dt="2026-09-04T05:11:27.463" v="7698" actId="1076"/>
          <ac:spMkLst>
            <pc:docMk/>
            <pc:sldMk cId="1046871377" sldId="262"/>
            <ac:spMk id="24" creationId="{64FA8537-E68F-AE39-BD2F-BE7A0ACC4579}"/>
          </ac:spMkLst>
        </pc:spChg>
        <pc:graphicFrameChg chg="add del mod modGraphic">
          <ac:chgData name="Nathan Wells" userId="1773e0c03b1d2bf5" providerId="LiveId" clId="{D3655903-3B21-4B65-95D8-E7ED9C04EE67}" dt="2026-09-04T04:00:38.773" v="7255" actId="478"/>
          <ac:graphicFrameMkLst>
            <pc:docMk/>
            <pc:sldMk cId="1046871377" sldId="262"/>
            <ac:graphicFrameMk id="14" creationId="{E9CCCBDF-2B5C-7BCC-0919-EA41EF527912}"/>
          </ac:graphicFrameMkLst>
        </pc:graphicFrameChg>
        <pc:graphicFrameChg chg="add mod modGraphic">
          <ac:chgData name="Nathan Wells" userId="1773e0c03b1d2bf5" providerId="LiveId" clId="{D3655903-3B21-4B65-95D8-E7ED9C04EE67}" dt="2026-09-04T04:00:50.660" v="7260" actId="1076"/>
          <ac:graphicFrameMkLst>
            <pc:docMk/>
            <pc:sldMk cId="1046871377" sldId="262"/>
            <ac:graphicFrameMk id="16" creationId="{D840157C-345E-606D-BA58-C8C01F5D7F05}"/>
          </ac:graphicFrameMkLst>
        </pc:graphicFrameChg>
        <pc:picChg chg="add del mod">
          <ac:chgData name="Nathan Wells" userId="1773e0c03b1d2bf5" providerId="LiveId" clId="{D3655903-3B21-4B65-95D8-E7ED9C04EE67}" dt="2026-09-04T03:36:55.852" v="7241" actId="478"/>
          <ac:picMkLst>
            <pc:docMk/>
            <pc:sldMk cId="1046871377" sldId="262"/>
            <ac:picMk id="6" creationId="{62DF704E-5E58-EACB-B83F-1FAFBB148B41}"/>
          </ac:picMkLst>
        </pc:picChg>
        <pc:picChg chg="add mod">
          <ac:chgData name="Nathan Wells" userId="1773e0c03b1d2bf5" providerId="LiveId" clId="{D3655903-3B21-4B65-95D8-E7ED9C04EE67}" dt="2026-09-04T04:04:57.142" v="7274" actId="1076"/>
          <ac:picMkLst>
            <pc:docMk/>
            <pc:sldMk cId="1046871377" sldId="262"/>
            <ac:picMk id="8" creationId="{523AB651-0F8E-05CE-FA89-FAAA5CB162B6}"/>
          </ac:picMkLst>
        </pc:picChg>
        <pc:picChg chg="add mod">
          <ac:chgData name="Nathan Wells" userId="1773e0c03b1d2bf5" providerId="LiveId" clId="{D3655903-3B21-4B65-95D8-E7ED9C04EE67}" dt="2026-09-04T04:04:42.848" v="7269" actId="1076"/>
          <ac:picMkLst>
            <pc:docMk/>
            <pc:sldMk cId="1046871377" sldId="262"/>
            <ac:picMk id="10" creationId="{780EDAA7-43D1-08FF-8D05-873729C297B5}"/>
          </ac:picMkLst>
        </pc:picChg>
        <pc:picChg chg="add del mod">
          <ac:chgData name="Nathan Wells" userId="1773e0c03b1d2bf5" providerId="LiveId" clId="{D3655903-3B21-4B65-95D8-E7ED9C04EE67}" dt="2026-09-04T04:00:26.231" v="7252" actId="478"/>
          <ac:picMkLst>
            <pc:docMk/>
            <pc:sldMk cId="1046871377" sldId="262"/>
            <ac:picMk id="12" creationId="{8FD922C7-DFA3-A353-9242-5647FB180C3D}"/>
          </ac:picMkLst>
        </pc:picChg>
        <pc:picChg chg="add mod">
          <ac:chgData name="Nathan Wells" userId="1773e0c03b1d2bf5" providerId="LiveId" clId="{D3655903-3B21-4B65-95D8-E7ED9C04EE67}" dt="2026-09-04T05:11:45.152" v="7703" actId="1076"/>
          <ac:picMkLst>
            <pc:docMk/>
            <pc:sldMk cId="1046871377" sldId="262"/>
            <ac:picMk id="18" creationId="{707D1F6D-28FB-57F6-24AC-3B337612EF51}"/>
          </ac:picMkLst>
        </pc:picChg>
        <pc:picChg chg="add mod">
          <ac:chgData name="Nathan Wells" userId="1773e0c03b1d2bf5" providerId="LiveId" clId="{D3655903-3B21-4B65-95D8-E7ED9C04EE67}" dt="2026-09-04T05:11:23.218" v="7697" actId="1076"/>
          <ac:picMkLst>
            <pc:docMk/>
            <pc:sldMk cId="1046871377" sldId="262"/>
            <ac:picMk id="20" creationId="{97BC2EEF-CD0A-3A88-F7D6-775A9DEE51F7}"/>
          </ac:picMkLst>
        </pc:picChg>
      </pc:sldChg>
      <pc:sldChg chg="addSp delSp modSp mod">
        <pc:chgData name="Nathan Wells" userId="1773e0c03b1d2bf5" providerId="LiveId" clId="{D3655903-3B21-4B65-95D8-E7ED9C04EE67}" dt="2026-09-04T02:19:04.435" v="6631" actId="1076"/>
        <pc:sldMkLst>
          <pc:docMk/>
          <pc:sldMk cId="2659318560" sldId="263"/>
        </pc:sldMkLst>
        <pc:spChg chg="mod">
          <ac:chgData name="Nathan Wells" userId="1773e0c03b1d2bf5" providerId="LiveId" clId="{D3655903-3B21-4B65-95D8-E7ED9C04EE67}" dt="2026-09-04T01:52:13.982" v="5115" actId="20577"/>
          <ac:spMkLst>
            <pc:docMk/>
            <pc:sldMk cId="2659318560" sldId="263"/>
            <ac:spMk id="2" creationId="{7B81FC23-0A72-7F26-6EAA-7C773ABA6FD3}"/>
          </ac:spMkLst>
        </pc:spChg>
        <pc:spChg chg="mod">
          <ac:chgData name="Nathan Wells" userId="1773e0c03b1d2bf5" providerId="LiveId" clId="{D3655903-3B21-4B65-95D8-E7ED9C04EE67}" dt="2026-09-04T01:54:42.191" v="5229" actId="1076"/>
          <ac:spMkLst>
            <pc:docMk/>
            <pc:sldMk cId="2659318560" sldId="263"/>
            <ac:spMk id="3" creationId="{A44AD49E-63E0-86CD-775D-367C4087FCCE}"/>
          </ac:spMkLst>
        </pc:spChg>
        <pc:spChg chg="add del mod">
          <ac:chgData name="Nathan Wells" userId="1773e0c03b1d2bf5" providerId="LiveId" clId="{D3655903-3B21-4B65-95D8-E7ED9C04EE67}" dt="2026-09-04T01:33:17.734" v="4558" actId="478"/>
          <ac:spMkLst>
            <pc:docMk/>
            <pc:sldMk cId="2659318560" sldId="263"/>
            <ac:spMk id="4" creationId="{72E424F5-2C23-D6EB-8766-D9E2EAC04608}"/>
          </ac:spMkLst>
        </pc:spChg>
        <pc:spChg chg="add mod">
          <ac:chgData name="Nathan Wells" userId="1773e0c03b1d2bf5" providerId="LiveId" clId="{D3655903-3B21-4B65-95D8-E7ED9C04EE67}" dt="2026-09-04T01:54:49.983" v="5260" actId="1035"/>
          <ac:spMkLst>
            <pc:docMk/>
            <pc:sldMk cId="2659318560" sldId="263"/>
            <ac:spMk id="17" creationId="{FFC74930-1864-AD04-A8A5-BA411016505C}"/>
          </ac:spMkLst>
        </pc:spChg>
        <pc:spChg chg="add mod">
          <ac:chgData name="Nathan Wells" userId="1773e0c03b1d2bf5" providerId="LiveId" clId="{D3655903-3B21-4B65-95D8-E7ED9C04EE67}" dt="2026-09-04T01:54:49.983" v="5260" actId="1035"/>
          <ac:spMkLst>
            <pc:docMk/>
            <pc:sldMk cId="2659318560" sldId="263"/>
            <ac:spMk id="22" creationId="{8C9D55D5-E398-DC59-7DC8-4C47EF0AE517}"/>
          </ac:spMkLst>
        </pc:spChg>
        <pc:spChg chg="add mod">
          <ac:chgData name="Nathan Wells" userId="1773e0c03b1d2bf5" providerId="LiveId" clId="{D3655903-3B21-4B65-95D8-E7ED9C04EE67}" dt="2026-09-04T01:54:49.983" v="5260" actId="1035"/>
          <ac:spMkLst>
            <pc:docMk/>
            <pc:sldMk cId="2659318560" sldId="263"/>
            <ac:spMk id="31" creationId="{C0BD7992-0C70-7E78-BFDE-807ABD332254}"/>
          </ac:spMkLst>
        </pc:spChg>
        <pc:spChg chg="add mod">
          <ac:chgData name="Nathan Wells" userId="1773e0c03b1d2bf5" providerId="LiveId" clId="{D3655903-3B21-4B65-95D8-E7ED9C04EE67}" dt="2026-09-04T01:54:59.082" v="5262" actId="1076"/>
          <ac:spMkLst>
            <pc:docMk/>
            <pc:sldMk cId="2659318560" sldId="263"/>
            <ac:spMk id="33" creationId="{8C947CAC-8625-4B92-AFA6-B460696F4B47}"/>
          </ac:spMkLst>
        </pc:spChg>
        <pc:spChg chg="add mod">
          <ac:chgData name="Nathan Wells" userId="1773e0c03b1d2bf5" providerId="LiveId" clId="{D3655903-3B21-4B65-95D8-E7ED9C04EE67}" dt="2026-09-04T01:58:34.566" v="5484" actId="20577"/>
          <ac:spMkLst>
            <pc:docMk/>
            <pc:sldMk cId="2659318560" sldId="263"/>
            <ac:spMk id="35" creationId="{FE4E3201-13D6-9099-7184-AA46593E8BFB}"/>
          </ac:spMkLst>
        </pc:spChg>
        <pc:spChg chg="add del">
          <ac:chgData name="Nathan Wells" userId="1773e0c03b1d2bf5" providerId="LiveId" clId="{D3655903-3B21-4B65-95D8-E7ED9C04EE67}" dt="2026-09-04T01:39:27.004" v="4768" actId="478"/>
          <ac:spMkLst>
            <pc:docMk/>
            <pc:sldMk cId="2659318560" sldId="263"/>
            <ac:spMk id="36" creationId="{197F6ABE-2879-26AD-E1EE-9BFF46A39062}"/>
          </ac:spMkLst>
        </pc:spChg>
        <pc:spChg chg="add del">
          <ac:chgData name="Nathan Wells" userId="1773e0c03b1d2bf5" providerId="LiveId" clId="{D3655903-3B21-4B65-95D8-E7ED9C04EE67}" dt="2026-09-04T01:39:34.260" v="4770" actId="478"/>
          <ac:spMkLst>
            <pc:docMk/>
            <pc:sldMk cId="2659318560" sldId="263"/>
            <ac:spMk id="37" creationId="{6ED444EE-2E10-457E-E1E9-60232D9F0483}"/>
          </ac:spMkLst>
        </pc:spChg>
        <pc:spChg chg="add del">
          <ac:chgData name="Nathan Wells" userId="1773e0c03b1d2bf5" providerId="LiveId" clId="{D3655903-3B21-4B65-95D8-E7ED9C04EE67}" dt="2026-09-04T01:41:27.764" v="4885" actId="478"/>
          <ac:spMkLst>
            <pc:docMk/>
            <pc:sldMk cId="2659318560" sldId="263"/>
            <ac:spMk id="40" creationId="{4DDD4D54-B66F-5244-B552-2E3B7D318304}"/>
          </ac:spMkLst>
        </pc:spChg>
        <pc:spChg chg="add mod">
          <ac:chgData name="Nathan Wells" userId="1773e0c03b1d2bf5" providerId="LiveId" clId="{D3655903-3B21-4B65-95D8-E7ED9C04EE67}" dt="2026-09-04T01:55:11.433" v="5264" actId="1076"/>
          <ac:spMkLst>
            <pc:docMk/>
            <pc:sldMk cId="2659318560" sldId="263"/>
            <ac:spMk id="61" creationId="{7D4E4205-ABBE-6279-2C73-93A847E0EFE0}"/>
          </ac:spMkLst>
        </pc:spChg>
        <pc:spChg chg="add mod">
          <ac:chgData name="Nathan Wells" userId="1773e0c03b1d2bf5" providerId="LiveId" clId="{D3655903-3B21-4B65-95D8-E7ED9C04EE67}" dt="2026-09-04T01:55:08.788" v="5263" actId="1076"/>
          <ac:spMkLst>
            <pc:docMk/>
            <pc:sldMk cId="2659318560" sldId="263"/>
            <ac:spMk id="63" creationId="{AE3D2ADE-3D6E-CB9C-C168-E7FDAC20BBC6}"/>
          </ac:spMkLst>
        </pc:spChg>
        <pc:spChg chg="add mod">
          <ac:chgData name="Nathan Wells" userId="1773e0c03b1d2bf5" providerId="LiveId" clId="{D3655903-3B21-4B65-95D8-E7ED9C04EE67}" dt="2026-09-04T01:54:49.983" v="5260" actId="1035"/>
          <ac:spMkLst>
            <pc:docMk/>
            <pc:sldMk cId="2659318560" sldId="263"/>
            <ac:spMk id="65" creationId="{CF6E94BC-AC86-76E3-0054-F866D9186EFA}"/>
          </ac:spMkLst>
        </pc:spChg>
        <pc:spChg chg="add mod">
          <ac:chgData name="Nathan Wells" userId="1773e0c03b1d2bf5" providerId="LiveId" clId="{D3655903-3B21-4B65-95D8-E7ED9C04EE67}" dt="2026-09-04T01:54:49.983" v="5260" actId="1035"/>
          <ac:spMkLst>
            <pc:docMk/>
            <pc:sldMk cId="2659318560" sldId="263"/>
            <ac:spMk id="72" creationId="{95CE3177-820B-AD4F-4026-A563DF5A8A7E}"/>
          </ac:spMkLst>
        </pc:spChg>
        <pc:spChg chg="add del mod">
          <ac:chgData name="Nathan Wells" userId="1773e0c03b1d2bf5" providerId="LiveId" clId="{D3655903-3B21-4B65-95D8-E7ED9C04EE67}" dt="2026-09-04T01:52:10.813" v="5106" actId="478"/>
          <ac:spMkLst>
            <pc:docMk/>
            <pc:sldMk cId="2659318560" sldId="263"/>
            <ac:spMk id="74" creationId="{F7A7A50F-1DC5-7E14-38C4-70811962A6AD}"/>
          </ac:spMkLst>
        </pc:spChg>
        <pc:spChg chg="add mod">
          <ac:chgData name="Nathan Wells" userId="1773e0c03b1d2bf5" providerId="LiveId" clId="{D3655903-3B21-4B65-95D8-E7ED9C04EE67}" dt="2026-09-04T01:54:54.470" v="5261" actId="1076"/>
          <ac:spMkLst>
            <pc:docMk/>
            <pc:sldMk cId="2659318560" sldId="263"/>
            <ac:spMk id="75" creationId="{B2A18896-EF06-9CE7-2690-CC26E2CA7CFD}"/>
          </ac:spMkLst>
        </pc:spChg>
        <pc:spChg chg="add mod">
          <ac:chgData name="Nathan Wells" userId="1773e0c03b1d2bf5" providerId="LiveId" clId="{D3655903-3B21-4B65-95D8-E7ED9C04EE67}" dt="2026-09-04T02:19:04.435" v="6631" actId="1076"/>
          <ac:spMkLst>
            <pc:docMk/>
            <pc:sldMk cId="2659318560" sldId="263"/>
            <ac:spMk id="77" creationId="{41C7A7FE-9A4E-1054-53F8-8877CB912CDE}"/>
          </ac:spMkLst>
        </pc:spChg>
        <pc:picChg chg="add mod">
          <ac:chgData name="Nathan Wells" userId="1773e0c03b1d2bf5" providerId="LiveId" clId="{D3655903-3B21-4B65-95D8-E7ED9C04EE67}" dt="2026-09-04T01:54:49.983" v="5260" actId="1035"/>
          <ac:picMkLst>
            <pc:docMk/>
            <pc:sldMk cId="2659318560" sldId="263"/>
            <ac:picMk id="6" creationId="{D5CA56D9-8F76-EC99-1569-6231E6DCFD9A}"/>
          </ac:picMkLst>
        </pc:picChg>
        <pc:picChg chg="add mod">
          <ac:chgData name="Nathan Wells" userId="1773e0c03b1d2bf5" providerId="LiveId" clId="{D3655903-3B21-4B65-95D8-E7ED9C04EE67}" dt="2026-09-04T01:54:49.983" v="5260" actId="1035"/>
          <ac:picMkLst>
            <pc:docMk/>
            <pc:sldMk cId="2659318560" sldId="263"/>
            <ac:picMk id="24" creationId="{42879694-B629-7FC8-D93D-8F07942C72BF}"/>
          </ac:picMkLst>
        </pc:picChg>
        <pc:picChg chg="add del mod">
          <ac:chgData name="Nathan Wells" userId="1773e0c03b1d2bf5" providerId="LiveId" clId="{D3655903-3B21-4B65-95D8-E7ED9C04EE67}" dt="2026-09-04T01:36:50.275" v="4640" actId="478"/>
          <ac:picMkLst>
            <pc:docMk/>
            <pc:sldMk cId="2659318560" sldId="263"/>
            <ac:picMk id="26" creationId="{71C8B4ED-7AEC-C019-5F8A-F85EC152963A}"/>
          </ac:picMkLst>
        </pc:picChg>
        <pc:picChg chg="add mod">
          <ac:chgData name="Nathan Wells" userId="1773e0c03b1d2bf5" providerId="LiveId" clId="{D3655903-3B21-4B65-95D8-E7ED9C04EE67}" dt="2026-09-04T01:37:13.888" v="4644" actId="1076"/>
          <ac:picMkLst>
            <pc:docMk/>
            <pc:sldMk cId="2659318560" sldId="263"/>
            <ac:picMk id="28" creationId="{8CDB2153-808C-4978-0BD2-4E3343B04C81}"/>
          </ac:picMkLst>
        </pc:picChg>
        <pc:picChg chg="add del mod">
          <ac:chgData name="Nathan Wells" userId="1773e0c03b1d2bf5" providerId="LiveId" clId="{D3655903-3B21-4B65-95D8-E7ED9C04EE67}" dt="2026-09-04T01:41:40.995" v="4890" actId="478"/>
          <ac:picMkLst>
            <pc:docMk/>
            <pc:sldMk cId="2659318560" sldId="263"/>
            <ac:picMk id="39" creationId="{95850529-863C-D2B6-621E-E9B744463C1F}"/>
          </ac:picMkLst>
        </pc:picChg>
        <pc:picChg chg="add mod">
          <ac:chgData name="Nathan Wells" userId="1773e0c03b1d2bf5" providerId="LiveId" clId="{D3655903-3B21-4B65-95D8-E7ED9C04EE67}" dt="2026-09-04T01:54:49.983" v="5260" actId="1035"/>
          <ac:picMkLst>
            <pc:docMk/>
            <pc:sldMk cId="2659318560" sldId="263"/>
            <ac:picMk id="45" creationId="{4CE7EEE7-7121-42C1-C1C0-E307D547EFFD}"/>
          </ac:picMkLst>
        </pc:picChg>
        <pc:picChg chg="add mod">
          <ac:chgData name="Nathan Wells" userId="1773e0c03b1d2bf5" providerId="LiveId" clId="{D3655903-3B21-4B65-95D8-E7ED9C04EE67}" dt="2026-09-04T01:43:43.537" v="4912" actId="1076"/>
          <ac:picMkLst>
            <pc:docMk/>
            <pc:sldMk cId="2659318560" sldId="263"/>
            <ac:picMk id="53" creationId="{FF52AE97-34E1-044E-6F8E-0052916FC4A1}"/>
          </ac:picMkLst>
        </pc:picChg>
        <pc:picChg chg="add mod">
          <ac:chgData name="Nathan Wells" userId="1773e0c03b1d2bf5" providerId="LiveId" clId="{D3655903-3B21-4B65-95D8-E7ED9C04EE67}" dt="2026-09-04T01:43:15.650" v="4905" actId="1076"/>
          <ac:picMkLst>
            <pc:docMk/>
            <pc:sldMk cId="2659318560" sldId="263"/>
            <ac:picMk id="55" creationId="{3B800504-1B83-5F7F-237D-19D79224AE04}"/>
          </ac:picMkLst>
        </pc:picChg>
        <pc:picChg chg="add mod">
          <ac:chgData name="Nathan Wells" userId="1773e0c03b1d2bf5" providerId="LiveId" clId="{D3655903-3B21-4B65-95D8-E7ED9C04EE67}" dt="2026-09-04T01:54:49.983" v="5260" actId="1035"/>
          <ac:picMkLst>
            <pc:docMk/>
            <pc:sldMk cId="2659318560" sldId="263"/>
            <ac:picMk id="57" creationId="{6C2C4B4D-63A8-AFFB-B7CF-2EA9BE6E24CE}"/>
          </ac:picMkLst>
        </pc:picChg>
        <pc:cxnChg chg="add">
          <ac:chgData name="Nathan Wells" userId="1773e0c03b1d2bf5" providerId="LiveId" clId="{D3655903-3B21-4B65-95D8-E7ED9C04EE67}" dt="2026-09-04T01:33:56.298" v="4563" actId="11529"/>
          <ac:cxnSpMkLst>
            <pc:docMk/>
            <pc:sldMk cId="2659318560" sldId="263"/>
            <ac:cxnSpMk id="8" creationId="{7CF0E4BC-BDFC-6133-2FBD-D7B6097A0F72}"/>
          </ac:cxnSpMkLst>
        </pc:cxnChg>
        <pc:cxnChg chg="add mod">
          <ac:chgData name="Nathan Wells" userId="1773e0c03b1d2bf5" providerId="LiveId" clId="{D3655903-3B21-4B65-95D8-E7ED9C04EE67}" dt="2026-09-04T01:34:12.007" v="4567" actId="14100"/>
          <ac:cxnSpMkLst>
            <pc:docMk/>
            <pc:sldMk cId="2659318560" sldId="263"/>
            <ac:cxnSpMk id="9" creationId="{3946F5CB-32D2-FDF1-40E8-E015B5992DEC}"/>
          </ac:cxnSpMkLst>
        </pc:cxnChg>
        <pc:cxnChg chg="add mod">
          <ac:chgData name="Nathan Wells" userId="1773e0c03b1d2bf5" providerId="LiveId" clId="{D3655903-3B21-4B65-95D8-E7ED9C04EE67}" dt="2026-09-04T01:34:31.079" v="4574" actId="14100"/>
          <ac:cxnSpMkLst>
            <pc:docMk/>
            <pc:sldMk cId="2659318560" sldId="263"/>
            <ac:cxnSpMk id="13" creationId="{560C8311-0C51-31BE-D6D5-40F68E47A526}"/>
          </ac:cxnSpMkLst>
        </pc:cxnChg>
        <pc:cxnChg chg="add">
          <ac:chgData name="Nathan Wells" userId="1773e0c03b1d2bf5" providerId="LiveId" clId="{D3655903-3B21-4B65-95D8-E7ED9C04EE67}" dt="2026-09-04T01:34:38.208" v="4575" actId="11529"/>
          <ac:cxnSpMkLst>
            <pc:docMk/>
            <pc:sldMk cId="2659318560" sldId="263"/>
            <ac:cxnSpMk id="16" creationId="{412DE3AE-1192-7AD6-EF95-2CB7DBEECBEC}"/>
          </ac:cxnSpMkLst>
        </pc:cxnChg>
        <pc:cxnChg chg="add">
          <ac:chgData name="Nathan Wells" userId="1773e0c03b1d2bf5" providerId="LiveId" clId="{D3655903-3B21-4B65-95D8-E7ED9C04EE67}" dt="2026-09-04T01:35:40.862" v="4615" actId="11529"/>
          <ac:cxnSpMkLst>
            <pc:docMk/>
            <pc:sldMk cId="2659318560" sldId="263"/>
            <ac:cxnSpMk id="19" creationId="{4A105906-81F3-CD56-08C3-25F9DBB7596C}"/>
          </ac:cxnSpMkLst>
        </pc:cxnChg>
        <pc:cxnChg chg="add del mod">
          <ac:chgData name="Nathan Wells" userId="1773e0c03b1d2bf5" providerId="LiveId" clId="{D3655903-3B21-4B65-95D8-E7ED9C04EE67}" dt="2026-09-04T01:36:14.503" v="4636" actId="478"/>
          <ac:cxnSpMkLst>
            <pc:docMk/>
            <pc:sldMk cId="2659318560" sldId="263"/>
            <ac:cxnSpMk id="20" creationId="{66510BBD-F474-5E46-8758-C5216EC8AC66}"/>
          </ac:cxnSpMkLst>
        </pc:cxnChg>
        <pc:cxnChg chg="add mod">
          <ac:chgData name="Nathan Wells" userId="1773e0c03b1d2bf5" providerId="LiveId" clId="{D3655903-3B21-4B65-95D8-E7ED9C04EE67}" dt="2026-09-04T01:37:25.102" v="4647" actId="14100"/>
          <ac:cxnSpMkLst>
            <pc:docMk/>
            <pc:sldMk cId="2659318560" sldId="263"/>
            <ac:cxnSpMk id="29" creationId="{CE88D898-8F03-E509-A0DD-E26CC777DC6A}"/>
          </ac:cxnSpMkLst>
        </pc:cxnChg>
        <pc:cxnChg chg="add mod">
          <ac:chgData name="Nathan Wells" userId="1773e0c03b1d2bf5" providerId="LiveId" clId="{D3655903-3B21-4B65-95D8-E7ED9C04EE67}" dt="2026-09-04T01:43:54.792" v="4917" actId="14100"/>
          <ac:cxnSpMkLst>
            <pc:docMk/>
            <pc:sldMk cId="2659318560" sldId="263"/>
            <ac:cxnSpMk id="41" creationId="{EC47CFA3-6B53-609F-F656-FFC7A3E9CDE6}"/>
          </ac:cxnSpMkLst>
        </pc:cxnChg>
        <pc:cxnChg chg="add mod">
          <ac:chgData name="Nathan Wells" userId="1773e0c03b1d2bf5" providerId="LiveId" clId="{D3655903-3B21-4B65-95D8-E7ED9C04EE67}" dt="2026-09-04T01:55:16.966" v="5266" actId="14100"/>
          <ac:cxnSpMkLst>
            <pc:docMk/>
            <pc:sldMk cId="2659318560" sldId="263"/>
            <ac:cxnSpMk id="47" creationId="{A5634152-C940-ABE9-8BED-9EB1AD672D68}"/>
          </ac:cxnSpMkLst>
        </pc:cxnChg>
        <pc:cxnChg chg="add mod">
          <ac:chgData name="Nathan Wells" userId="1773e0c03b1d2bf5" providerId="LiveId" clId="{D3655903-3B21-4B65-95D8-E7ED9C04EE67}" dt="2026-09-04T01:55:18.666" v="5267" actId="1076"/>
          <ac:cxnSpMkLst>
            <pc:docMk/>
            <pc:sldMk cId="2659318560" sldId="263"/>
            <ac:cxnSpMk id="49" creationId="{A2F1910F-0250-800B-D183-6FD0D14465CB}"/>
          </ac:cxnSpMkLst>
        </pc:cxnChg>
        <pc:cxnChg chg="add mod">
          <ac:chgData name="Nathan Wells" userId="1773e0c03b1d2bf5" providerId="LiveId" clId="{D3655903-3B21-4B65-95D8-E7ED9C04EE67}" dt="2026-09-04T01:51:05.665" v="5060" actId="14100"/>
          <ac:cxnSpMkLst>
            <pc:docMk/>
            <pc:sldMk cId="2659318560" sldId="263"/>
            <ac:cxnSpMk id="67" creationId="{DA25F0FC-40CC-2530-AE7A-953B5E38048E}"/>
          </ac:cxnSpMkLst>
        </pc:cxnChg>
        <pc:cxnChg chg="add mod">
          <ac:chgData name="Nathan Wells" userId="1773e0c03b1d2bf5" providerId="LiveId" clId="{D3655903-3B21-4B65-95D8-E7ED9C04EE67}" dt="2026-09-04T01:51:12.724" v="5063" actId="14100"/>
          <ac:cxnSpMkLst>
            <pc:docMk/>
            <pc:sldMk cId="2659318560" sldId="263"/>
            <ac:cxnSpMk id="69" creationId="{E3BDBF93-1B9A-72DB-A184-2774F32EC3D2}"/>
          </ac:cxnSpMkLst>
        </pc:cxnChg>
      </pc:sldChg>
      <pc:sldChg chg="modSp mod chgLayout">
        <pc:chgData name="Nathan Wells" userId="1773e0c03b1d2bf5" providerId="LiveId" clId="{D3655903-3B21-4B65-95D8-E7ED9C04EE67}" dt="2026-09-04T19:40:34.371" v="8868" actId="20577"/>
        <pc:sldMkLst>
          <pc:docMk/>
          <pc:sldMk cId="3021887248" sldId="264"/>
        </pc:sldMkLst>
        <pc:spChg chg="mod ord">
          <ac:chgData name="Nathan Wells" userId="1773e0c03b1d2bf5" providerId="LiveId" clId="{D3655903-3B21-4B65-95D8-E7ED9C04EE67}" dt="2026-09-04T05:22:28.265" v="8637" actId="20577"/>
          <ac:spMkLst>
            <pc:docMk/>
            <pc:sldMk cId="3021887248" sldId="264"/>
            <ac:spMk id="2" creationId="{8AF501E9-5C3F-7004-71D3-2F69AD432347}"/>
          </ac:spMkLst>
        </pc:spChg>
        <pc:spChg chg="mod ord">
          <ac:chgData name="Nathan Wells" userId="1773e0c03b1d2bf5" providerId="LiveId" clId="{D3655903-3B21-4B65-95D8-E7ED9C04EE67}" dt="2026-09-04T19:40:34.371" v="8868" actId="20577"/>
          <ac:spMkLst>
            <pc:docMk/>
            <pc:sldMk cId="3021887248" sldId="264"/>
            <ac:spMk id="3" creationId="{AB07890B-D9EE-A106-1792-5AE0BC5CA605}"/>
          </ac:spMkLst>
        </pc:spChg>
      </pc:sldChg>
      <pc:sldChg chg="addSp delSp modSp add del mod">
        <pc:chgData name="Nathan Wells" userId="1773e0c03b1d2bf5" providerId="LiveId" clId="{D3655903-3B21-4B65-95D8-E7ED9C04EE67}" dt="2026-09-04T19:40:19.147" v="8865" actId="478"/>
        <pc:sldMkLst>
          <pc:docMk/>
          <pc:sldMk cId="114334546" sldId="265"/>
        </pc:sldMkLst>
        <pc:spChg chg="mod">
          <ac:chgData name="Nathan Wells" userId="1773e0c03b1d2bf5" providerId="LiveId" clId="{D3655903-3B21-4B65-95D8-E7ED9C04EE67}" dt="2026-09-04T01:58:22.590" v="5471" actId="20577"/>
          <ac:spMkLst>
            <pc:docMk/>
            <pc:sldMk cId="114334546" sldId="265"/>
            <ac:spMk id="2" creationId="{BFC01DF4-7DBF-BADB-B675-44669A837BE1}"/>
          </ac:spMkLst>
        </pc:spChg>
        <pc:spChg chg="mod">
          <ac:chgData name="Nathan Wells" userId="1773e0c03b1d2bf5" providerId="LiveId" clId="{D3655903-3B21-4B65-95D8-E7ED9C04EE67}" dt="2026-09-04T19:40:15.394" v="8864" actId="27636"/>
          <ac:spMkLst>
            <pc:docMk/>
            <pc:sldMk cId="114334546" sldId="265"/>
            <ac:spMk id="3" creationId="{5804F8B9-8828-7CBB-ACD0-FC1A9A035FEF}"/>
          </ac:spMkLst>
        </pc:spChg>
        <pc:spChg chg="add del">
          <ac:chgData name="Nathan Wells" userId="1773e0c03b1d2bf5" providerId="LiveId" clId="{D3655903-3B21-4B65-95D8-E7ED9C04EE67}" dt="2026-09-04T19:40:19.147" v="8865" actId="478"/>
          <ac:spMkLst>
            <pc:docMk/>
            <pc:sldMk cId="114334546" sldId="265"/>
            <ac:spMk id="5" creationId="{285678ED-2C6B-0B2A-73AA-6DD473B2D8D4}"/>
          </ac:spMkLst>
        </pc:spChg>
      </pc:sldChg>
      <pc:sldChg chg="addSp delSp modSp mod ord">
        <pc:chgData name="Nathan Wells" userId="1773e0c03b1d2bf5" providerId="LiveId" clId="{D3655903-3B21-4B65-95D8-E7ED9C04EE67}" dt="2026-09-04T14:43:07.231" v="8653" actId="14100"/>
        <pc:sldMkLst>
          <pc:docMk/>
          <pc:sldMk cId="145488463" sldId="266"/>
        </pc:sldMkLst>
        <pc:spChg chg="add mod">
          <ac:chgData name="Nathan Wells" userId="1773e0c03b1d2bf5" providerId="LiveId" clId="{D3655903-3B21-4B65-95D8-E7ED9C04EE67}" dt="2026-09-04T05:12:41.378" v="7704" actId="313"/>
          <ac:spMkLst>
            <pc:docMk/>
            <pc:sldMk cId="145488463" sldId="266"/>
            <ac:spMk id="3" creationId="{2288786F-E00E-5CE6-C238-FE8438F0B37C}"/>
          </ac:spMkLst>
        </pc:spChg>
        <pc:spChg chg="add del mod">
          <ac:chgData name="Nathan Wells" userId="1773e0c03b1d2bf5" providerId="LiveId" clId="{D3655903-3B21-4B65-95D8-E7ED9C04EE67}" dt="2026-09-03T23:28:40.954" v="725"/>
          <ac:spMkLst>
            <pc:docMk/>
            <pc:sldMk cId="145488463" sldId="266"/>
            <ac:spMk id="4" creationId="{21895F74-3B04-AE1C-B23C-FC9FD12EE82C}"/>
          </ac:spMkLst>
        </pc:spChg>
        <pc:spChg chg="add mod">
          <ac:chgData name="Nathan Wells" userId="1773e0c03b1d2bf5" providerId="LiveId" clId="{D3655903-3B21-4B65-95D8-E7ED9C04EE67}" dt="2026-09-03T23:30:27.260" v="828" actId="1076"/>
          <ac:spMkLst>
            <pc:docMk/>
            <pc:sldMk cId="145488463" sldId="266"/>
            <ac:spMk id="7" creationId="{3B8C7B5A-2113-8954-A7E7-5FFE68A3155F}"/>
          </ac:spMkLst>
        </pc:spChg>
        <pc:spChg chg="add mod">
          <ac:chgData name="Nathan Wells" userId="1773e0c03b1d2bf5" providerId="LiveId" clId="{D3655903-3B21-4B65-95D8-E7ED9C04EE67}" dt="2026-09-03T23:31:08.891" v="885" actId="20577"/>
          <ac:spMkLst>
            <pc:docMk/>
            <pc:sldMk cId="145488463" sldId="266"/>
            <ac:spMk id="9" creationId="{67193F06-8FAB-C642-42E9-6C5CC0C2B715}"/>
          </ac:spMkLst>
        </pc:spChg>
        <pc:picChg chg="mod">
          <ac:chgData name="Nathan Wells" userId="1773e0c03b1d2bf5" providerId="LiveId" clId="{D3655903-3B21-4B65-95D8-E7ED9C04EE67}" dt="2026-09-03T23:30:33.621" v="832" actId="14100"/>
          <ac:picMkLst>
            <pc:docMk/>
            <pc:sldMk cId="145488463" sldId="266"/>
            <ac:picMk id="6" creationId="{63DCAE88-C75D-E9B1-DDB9-6A29D2C0677A}"/>
          </ac:picMkLst>
        </pc:picChg>
        <pc:picChg chg="add mod">
          <ac:chgData name="Nathan Wells" userId="1773e0c03b1d2bf5" providerId="LiveId" clId="{D3655903-3B21-4B65-95D8-E7ED9C04EE67}" dt="2026-09-04T14:43:07.231" v="8653" actId="14100"/>
          <ac:picMkLst>
            <pc:docMk/>
            <pc:sldMk cId="145488463" sldId="266"/>
            <ac:picMk id="11" creationId="{A7423C8B-A5CC-B494-D39B-468F3266F500}"/>
          </ac:picMkLst>
        </pc:picChg>
      </pc:sldChg>
      <pc:sldChg chg="addSp modSp mod ord">
        <pc:chgData name="Nathan Wells" userId="1773e0c03b1d2bf5" providerId="LiveId" clId="{D3655903-3B21-4B65-95D8-E7ED9C04EE67}" dt="2026-09-04T14:43:26.542" v="8657" actId="1076"/>
        <pc:sldMkLst>
          <pc:docMk/>
          <pc:sldMk cId="595343263" sldId="267"/>
        </pc:sldMkLst>
        <pc:spChg chg="add mod">
          <ac:chgData name="Nathan Wells" userId="1773e0c03b1d2bf5" providerId="LiveId" clId="{D3655903-3B21-4B65-95D8-E7ED9C04EE67}" dt="2026-09-03T23:43:00.887" v="1866" actId="20577"/>
          <ac:spMkLst>
            <pc:docMk/>
            <pc:sldMk cId="595343263" sldId="267"/>
            <ac:spMk id="5" creationId="{3D05F741-DB0B-D764-A679-F99C3E922394}"/>
          </ac:spMkLst>
        </pc:spChg>
        <pc:spChg chg="add mod">
          <ac:chgData name="Nathan Wells" userId="1773e0c03b1d2bf5" providerId="LiveId" clId="{D3655903-3B21-4B65-95D8-E7ED9C04EE67}" dt="2026-09-03T23:44:08.193" v="2034" actId="1076"/>
          <ac:spMkLst>
            <pc:docMk/>
            <pc:sldMk cId="595343263" sldId="267"/>
            <ac:spMk id="7" creationId="{3993FABC-AF1A-64C8-971A-4CAB9A667900}"/>
          </ac:spMkLst>
        </pc:spChg>
        <pc:spChg chg="add mod">
          <ac:chgData name="Nathan Wells" userId="1773e0c03b1d2bf5" providerId="LiveId" clId="{D3655903-3B21-4B65-95D8-E7ED9C04EE67}" dt="2026-09-03T23:30:04.252" v="824" actId="313"/>
          <ac:spMkLst>
            <pc:docMk/>
            <pc:sldMk cId="595343263" sldId="267"/>
            <ac:spMk id="8" creationId="{006EF0B9-33B8-CA30-69E9-F21816F5648F}"/>
          </ac:spMkLst>
        </pc:spChg>
        <pc:picChg chg="mod">
          <ac:chgData name="Nathan Wells" userId="1773e0c03b1d2bf5" providerId="LiveId" clId="{D3655903-3B21-4B65-95D8-E7ED9C04EE67}" dt="2026-09-03T23:29:19.240" v="732" actId="1076"/>
          <ac:picMkLst>
            <pc:docMk/>
            <pc:sldMk cId="595343263" sldId="267"/>
            <ac:picMk id="4" creationId="{5EE8AD70-DE4C-F447-1749-DD1B6ADCD6DC}"/>
          </ac:picMkLst>
        </pc:picChg>
        <pc:picChg chg="add mod">
          <ac:chgData name="Nathan Wells" userId="1773e0c03b1d2bf5" providerId="LiveId" clId="{D3655903-3B21-4B65-95D8-E7ED9C04EE67}" dt="2026-09-04T14:43:26.542" v="8657" actId="1076"/>
          <ac:picMkLst>
            <pc:docMk/>
            <pc:sldMk cId="595343263" sldId="267"/>
            <ac:picMk id="10" creationId="{DE5B6417-5D1B-B777-31A0-7CC62391C5FE}"/>
          </ac:picMkLst>
        </pc:picChg>
      </pc:sldChg>
      <pc:sldChg chg="addSp delSp modSp new mod">
        <pc:chgData name="Nathan Wells" userId="1773e0c03b1d2bf5" providerId="LiveId" clId="{D3655903-3B21-4B65-95D8-E7ED9C04EE67}" dt="2026-09-04T19:35:25.431" v="8689" actId="2"/>
        <pc:sldMkLst>
          <pc:docMk/>
          <pc:sldMk cId="1199208712" sldId="268"/>
        </pc:sldMkLst>
        <pc:spChg chg="mod">
          <ac:chgData name="Nathan Wells" userId="1773e0c03b1d2bf5" providerId="LiveId" clId="{D3655903-3B21-4B65-95D8-E7ED9C04EE67}" dt="2026-09-03T23:53:00.301" v="2749" actId="20577"/>
          <ac:spMkLst>
            <pc:docMk/>
            <pc:sldMk cId="1199208712" sldId="268"/>
            <ac:spMk id="2" creationId="{4D6A4DD1-1394-E9AC-141F-445AE0DA2BC1}"/>
          </ac:spMkLst>
        </pc:spChg>
        <pc:spChg chg="del">
          <ac:chgData name="Nathan Wells" userId="1773e0c03b1d2bf5" providerId="LiveId" clId="{D3655903-3B21-4B65-95D8-E7ED9C04EE67}" dt="2026-09-03T23:47:18.888" v="2294" actId="22"/>
          <ac:spMkLst>
            <pc:docMk/>
            <pc:sldMk cId="1199208712" sldId="268"/>
            <ac:spMk id="3" creationId="{099AA89A-6C11-7831-4A7C-EE630C7BC5BF}"/>
          </ac:spMkLst>
        </pc:spChg>
        <pc:spChg chg="add mod">
          <ac:chgData name="Nathan Wells" userId="1773e0c03b1d2bf5" providerId="LiveId" clId="{D3655903-3B21-4B65-95D8-E7ED9C04EE67}" dt="2026-09-04T00:14:16.765" v="3139" actId="404"/>
          <ac:spMkLst>
            <pc:docMk/>
            <pc:sldMk cId="1199208712" sldId="268"/>
            <ac:spMk id="5" creationId="{B0D1E883-5ACE-CDB0-E53E-A5BCE061CE06}"/>
          </ac:spMkLst>
        </pc:spChg>
        <pc:spChg chg="add del mod">
          <ac:chgData name="Nathan Wells" userId="1773e0c03b1d2bf5" providerId="LiveId" clId="{D3655903-3B21-4B65-95D8-E7ED9C04EE67}" dt="2026-09-04T00:12:39.115" v="3095" actId="478"/>
          <ac:spMkLst>
            <pc:docMk/>
            <pc:sldMk cId="1199208712" sldId="268"/>
            <ac:spMk id="9" creationId="{58CE9EFD-860E-9989-74F3-6A0BB226BEB5}"/>
          </ac:spMkLst>
        </pc:spChg>
        <pc:spChg chg="add del mod">
          <ac:chgData name="Nathan Wells" userId="1773e0c03b1d2bf5" providerId="LiveId" clId="{D3655903-3B21-4B65-95D8-E7ED9C04EE67}" dt="2026-09-04T00:14:39.400" v="3145" actId="478"/>
          <ac:spMkLst>
            <pc:docMk/>
            <pc:sldMk cId="1199208712" sldId="268"/>
            <ac:spMk id="17" creationId="{3696CBEB-C9FC-B6E8-FE76-07C1DDC9256E}"/>
          </ac:spMkLst>
        </pc:spChg>
        <pc:spChg chg="add mod">
          <ac:chgData name="Nathan Wells" userId="1773e0c03b1d2bf5" providerId="LiveId" clId="{D3655903-3B21-4B65-95D8-E7ED9C04EE67}" dt="2026-09-04T00:15:37.730" v="3192" actId="1076"/>
          <ac:spMkLst>
            <pc:docMk/>
            <pc:sldMk cId="1199208712" sldId="268"/>
            <ac:spMk id="18" creationId="{D8E5546D-DC1E-9DFC-A11C-DE137074B458}"/>
          </ac:spMkLst>
        </pc:spChg>
        <pc:spChg chg="add mod">
          <ac:chgData name="Nathan Wells" userId="1773e0c03b1d2bf5" providerId="LiveId" clId="{D3655903-3B21-4B65-95D8-E7ED9C04EE67}" dt="2026-09-04T00:25:43.223" v="3359" actId="20577"/>
          <ac:spMkLst>
            <pc:docMk/>
            <pc:sldMk cId="1199208712" sldId="268"/>
            <ac:spMk id="20" creationId="{DC71E2DF-F0FC-459F-CC80-1BDF89DB5124}"/>
          </ac:spMkLst>
        </pc:spChg>
        <pc:spChg chg="add mod">
          <ac:chgData name="Nathan Wells" userId="1773e0c03b1d2bf5" providerId="LiveId" clId="{D3655903-3B21-4B65-95D8-E7ED9C04EE67}" dt="2026-09-04T00:26:24.671" v="3390" actId="14100"/>
          <ac:spMkLst>
            <pc:docMk/>
            <pc:sldMk cId="1199208712" sldId="268"/>
            <ac:spMk id="22" creationId="{C0C596BF-137A-C239-9C1B-725E552D5EDE}"/>
          </ac:spMkLst>
        </pc:spChg>
        <pc:spChg chg="add mod">
          <ac:chgData name="Nathan Wells" userId="1773e0c03b1d2bf5" providerId="LiveId" clId="{D3655903-3B21-4B65-95D8-E7ED9C04EE67}" dt="2026-09-04T00:26:05.380" v="3386" actId="14100"/>
          <ac:spMkLst>
            <pc:docMk/>
            <pc:sldMk cId="1199208712" sldId="268"/>
            <ac:spMk id="24" creationId="{1D554606-8F59-1485-9C43-AFAD496B6962}"/>
          </ac:spMkLst>
        </pc:spChg>
        <pc:spChg chg="add mod">
          <ac:chgData name="Nathan Wells" userId="1773e0c03b1d2bf5" providerId="LiveId" clId="{D3655903-3B21-4B65-95D8-E7ED9C04EE67}" dt="2026-09-04T00:27:41.729" v="3583" actId="1076"/>
          <ac:spMkLst>
            <pc:docMk/>
            <pc:sldMk cId="1199208712" sldId="268"/>
            <ac:spMk id="25" creationId="{D55A1F69-BB56-F13E-9D20-1970F64D7233}"/>
          </ac:spMkLst>
        </pc:spChg>
        <pc:graphicFrameChg chg="add mod modGraphic">
          <ac:chgData name="Nathan Wells" userId="1773e0c03b1d2bf5" providerId="LiveId" clId="{D3655903-3B21-4B65-95D8-E7ED9C04EE67}" dt="2026-09-04T19:35:25.431" v="8689" actId="2"/>
          <ac:graphicFrameMkLst>
            <pc:docMk/>
            <pc:sldMk cId="1199208712" sldId="268"/>
            <ac:graphicFrameMk id="6" creationId="{2BF1A5C0-D526-155D-FC95-1D2961BA50FE}"/>
          </ac:graphicFrameMkLst>
        </pc:graphicFrameChg>
        <pc:picChg chg="add mod">
          <ac:chgData name="Nathan Wells" userId="1773e0c03b1d2bf5" providerId="LiveId" clId="{D3655903-3B21-4B65-95D8-E7ED9C04EE67}" dt="2026-09-04T00:15:01.115" v="3154" actId="1076"/>
          <ac:picMkLst>
            <pc:docMk/>
            <pc:sldMk cId="1199208712" sldId="268"/>
            <ac:picMk id="8" creationId="{C31169F1-B864-1036-01BF-6C6898A5EB3B}"/>
          </ac:picMkLst>
        </pc:picChg>
        <pc:picChg chg="add mod">
          <ac:chgData name="Nathan Wells" userId="1773e0c03b1d2bf5" providerId="LiveId" clId="{D3655903-3B21-4B65-95D8-E7ED9C04EE67}" dt="2026-09-04T00:26:42.169" v="3394" actId="1076"/>
          <ac:picMkLst>
            <pc:docMk/>
            <pc:sldMk cId="1199208712" sldId="268"/>
            <ac:picMk id="16" creationId="{55482B23-6315-A34D-4052-4A0DC52BD789}"/>
          </ac:picMkLst>
        </pc:picChg>
        <pc:picChg chg="add del">
          <ac:chgData name="Nathan Wells" userId="1773e0c03b1d2bf5" providerId="LiveId" clId="{D3655903-3B21-4B65-95D8-E7ED9C04EE67}" dt="2026-09-04T04:00:14.599" v="7248" actId="21"/>
          <ac:picMkLst>
            <pc:docMk/>
            <pc:sldMk cId="1199208712" sldId="268"/>
            <ac:picMk id="27" creationId="{BE986448-29DA-475A-9F8D-08540A193924}"/>
          </ac:picMkLst>
        </pc:picChg>
        <pc:cxnChg chg="add del mod">
          <ac:chgData name="Nathan Wells" userId="1773e0c03b1d2bf5" providerId="LiveId" clId="{D3655903-3B21-4B65-95D8-E7ED9C04EE67}" dt="2026-09-04T00:12:35.460" v="3093" actId="478"/>
          <ac:cxnSpMkLst>
            <pc:docMk/>
            <pc:sldMk cId="1199208712" sldId="268"/>
            <ac:cxnSpMk id="11" creationId="{3247DF95-5C32-28A5-44CE-96F4318555BF}"/>
          </ac:cxnSpMkLst>
        </pc:cxnChg>
        <pc:cxnChg chg="add del mod">
          <ac:chgData name="Nathan Wells" userId="1773e0c03b1d2bf5" providerId="LiveId" clId="{D3655903-3B21-4B65-95D8-E7ED9C04EE67}" dt="2026-09-04T00:12:37.626" v="3094" actId="478"/>
          <ac:cxnSpMkLst>
            <pc:docMk/>
            <pc:sldMk cId="1199208712" sldId="268"/>
            <ac:cxnSpMk id="12" creationId="{1F1244AF-8B4E-2FA5-7DC4-7377C49F1F9C}"/>
          </ac:cxnSpMkLst>
        </pc:cxnChg>
      </pc:sldChg>
      <pc:sldChg chg="addSp delSp modSp new mod">
        <pc:chgData name="Nathan Wells" userId="1773e0c03b1d2bf5" providerId="LiveId" clId="{D3655903-3B21-4B65-95D8-E7ED9C04EE67}" dt="2026-09-04T19:35:33.510" v="8692" actId="2"/>
        <pc:sldMkLst>
          <pc:docMk/>
          <pc:sldMk cId="3791767534" sldId="269"/>
        </pc:sldMkLst>
        <pc:spChg chg="mod">
          <ac:chgData name="Nathan Wells" userId="1773e0c03b1d2bf5" providerId="LiveId" clId="{D3655903-3B21-4B65-95D8-E7ED9C04EE67}" dt="2026-09-04T15:09:39.799" v="8674" actId="20577"/>
          <ac:spMkLst>
            <pc:docMk/>
            <pc:sldMk cId="3791767534" sldId="269"/>
            <ac:spMk id="2" creationId="{4C2886D1-3193-D446-5756-40F02DBA2A42}"/>
          </ac:spMkLst>
        </pc:spChg>
        <pc:spChg chg="del">
          <ac:chgData name="Nathan Wells" userId="1773e0c03b1d2bf5" providerId="LiveId" clId="{D3655903-3B21-4B65-95D8-E7ED9C04EE67}" dt="2026-09-04T01:26:43.123" v="4310" actId="478"/>
          <ac:spMkLst>
            <pc:docMk/>
            <pc:sldMk cId="3791767534" sldId="269"/>
            <ac:spMk id="3" creationId="{49820952-5660-B74B-B573-3FBE33D69728}"/>
          </ac:spMkLst>
        </pc:spChg>
        <pc:spChg chg="del">
          <ac:chgData name="Nathan Wells" userId="1773e0c03b1d2bf5" providerId="LiveId" clId="{D3655903-3B21-4B65-95D8-E7ED9C04EE67}" dt="2026-09-04T01:26:44.468" v="4311" actId="478"/>
          <ac:spMkLst>
            <pc:docMk/>
            <pc:sldMk cId="3791767534" sldId="269"/>
            <ac:spMk id="4" creationId="{8099AF86-8B8A-0748-14A1-4880E954BB3F}"/>
          </ac:spMkLst>
        </pc:spChg>
        <pc:spChg chg="add mod">
          <ac:chgData name="Nathan Wells" userId="1773e0c03b1d2bf5" providerId="LiveId" clId="{D3655903-3B21-4B65-95D8-E7ED9C04EE67}" dt="2026-09-04T03:33:35.745" v="6964" actId="6549"/>
          <ac:spMkLst>
            <pc:docMk/>
            <pc:sldMk cId="3791767534" sldId="269"/>
            <ac:spMk id="6" creationId="{A0CDA7F4-F658-F324-02DD-EDCC0F7C62CE}"/>
          </ac:spMkLst>
        </pc:spChg>
        <pc:spChg chg="add mod">
          <ac:chgData name="Nathan Wells" userId="1773e0c03b1d2bf5" providerId="LiveId" clId="{D3655903-3B21-4B65-95D8-E7ED9C04EE67}" dt="2026-09-04T03:33:49.126" v="6976" actId="207"/>
          <ac:spMkLst>
            <pc:docMk/>
            <pc:sldMk cId="3791767534" sldId="269"/>
            <ac:spMk id="7" creationId="{0A7FD337-11F3-E57E-8F6C-F974E39E4808}"/>
          </ac:spMkLst>
        </pc:spChg>
        <pc:spChg chg="add mod">
          <ac:chgData name="Nathan Wells" userId="1773e0c03b1d2bf5" providerId="LiveId" clId="{D3655903-3B21-4B65-95D8-E7ED9C04EE67}" dt="2026-09-04T19:35:33.510" v="8692" actId="2"/>
          <ac:spMkLst>
            <pc:docMk/>
            <pc:sldMk cId="3791767534" sldId="269"/>
            <ac:spMk id="8" creationId="{C3D1B16E-BC90-7567-691F-1A253CFECA20}"/>
          </ac:spMkLst>
        </pc:spChg>
        <pc:graphicFrameChg chg="add mod modGraphic">
          <ac:chgData name="Nathan Wells" userId="1773e0c03b1d2bf5" providerId="LiveId" clId="{D3655903-3B21-4B65-95D8-E7ED9C04EE67}" dt="2026-09-04T19:35:31.728" v="8691" actId="313"/>
          <ac:graphicFrameMkLst>
            <pc:docMk/>
            <pc:sldMk cId="3791767534" sldId="269"/>
            <ac:graphicFrameMk id="5" creationId="{E65B7E7F-07DF-48A3-C88E-47F4DC967637}"/>
          </ac:graphicFrameMkLst>
        </pc:graphicFrameChg>
      </pc:sldChg>
      <pc:sldChg chg="addSp new mod">
        <pc:chgData name="Nathan Wells" userId="1773e0c03b1d2bf5" providerId="LiveId" clId="{D3655903-3B21-4B65-95D8-E7ED9C04EE67}" dt="2026-09-04T16:57:57.796" v="8678" actId="22"/>
        <pc:sldMkLst>
          <pc:docMk/>
          <pc:sldMk cId="2423976491" sldId="270"/>
        </pc:sldMkLst>
        <pc:spChg chg="add">
          <ac:chgData name="Nathan Wells" userId="1773e0c03b1d2bf5" providerId="LiveId" clId="{D3655903-3B21-4B65-95D8-E7ED9C04EE67}" dt="2026-09-04T16:57:57.796" v="8678" actId="22"/>
          <ac:spMkLst>
            <pc:docMk/>
            <pc:sldMk cId="2423976491" sldId="270"/>
            <ac:spMk id="3" creationId="{0E2BD244-2C13-B876-32A9-42A9749A82B9}"/>
          </ac:spMkLst>
        </pc:spChg>
      </pc:sldChg>
    </pc:docChg>
  </pc:docChgLst>
  <pc:docChgLst>
    <pc:chgData name="Nathan Wells" userId="1773e0c03b1d2bf5" providerId="Windows Live" clId="Web-{8D72686D-8CB6-45BE-840D-3D1845FE2517}"/>
    <pc:docChg chg="addSld delSld modSld">
      <pc:chgData name="Nathan Wells" userId="1773e0c03b1d2bf5" providerId="Windows Live" clId="Web-{8D72686D-8CB6-45BE-840D-3D1845FE2517}" dt="2026-09-03T23:03:20.232" v="1758"/>
      <pc:docMkLst>
        <pc:docMk/>
      </pc:docMkLst>
      <pc:sldChg chg="modSp">
        <pc:chgData name="Nathan Wells" userId="1773e0c03b1d2bf5" providerId="Windows Live" clId="Web-{8D72686D-8CB6-45BE-840D-3D1845FE2517}" dt="2026-09-03T20:54:23.841" v="25" actId="20577"/>
        <pc:sldMkLst>
          <pc:docMk/>
          <pc:sldMk cId="109857222" sldId="256"/>
        </pc:sldMkLst>
        <pc:spChg chg="mod">
          <ac:chgData name="Nathan Wells" userId="1773e0c03b1d2bf5" providerId="Windows Live" clId="Web-{8D72686D-8CB6-45BE-840D-3D1845FE2517}" dt="2026-09-03T20:54:23.841" v="25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new">
        <pc:chgData name="Nathan Wells" userId="1773e0c03b1d2bf5" providerId="Windows Live" clId="Web-{8D72686D-8CB6-45BE-840D-3D1845FE2517}" dt="2026-09-03T20:54:43.247" v="37" actId="20577"/>
        <pc:sldMkLst>
          <pc:docMk/>
          <pc:sldMk cId="3027769948" sldId="257"/>
        </pc:sldMkLst>
        <pc:spChg chg="mod">
          <ac:chgData name="Nathan Wells" userId="1773e0c03b1d2bf5" providerId="Windows Live" clId="Web-{8D72686D-8CB6-45BE-840D-3D1845FE2517}" dt="2026-09-03T20:54:43.247" v="37" actId="20577"/>
          <ac:spMkLst>
            <pc:docMk/>
            <pc:sldMk cId="3027769948" sldId="257"/>
            <ac:spMk id="2" creationId="{A88F0203-1971-2328-C28B-681336C647CC}"/>
          </ac:spMkLst>
        </pc:spChg>
      </pc:sldChg>
      <pc:sldChg chg="addSp modSp new">
        <pc:chgData name="Nathan Wells" userId="1773e0c03b1d2bf5" providerId="Windows Live" clId="Web-{8D72686D-8CB6-45BE-840D-3D1845FE2517}" dt="2026-09-03T21:48:28.036" v="731" actId="20577"/>
        <pc:sldMkLst>
          <pc:docMk/>
          <pc:sldMk cId="2165895789" sldId="258"/>
        </pc:sldMkLst>
        <pc:spChg chg="mod">
          <ac:chgData name="Nathan Wells" userId="1773e0c03b1d2bf5" providerId="Windows Live" clId="Web-{8D72686D-8CB6-45BE-840D-3D1845FE2517}" dt="2026-09-03T20:55:19.544" v="61" actId="20577"/>
          <ac:spMkLst>
            <pc:docMk/>
            <pc:sldMk cId="2165895789" sldId="258"/>
            <ac:spMk id="2" creationId="{E8CC9DC9-F7C1-A4F1-5639-4B5FB53D7CDB}"/>
          </ac:spMkLst>
        </pc:spChg>
        <pc:spChg chg="mod">
          <ac:chgData name="Nathan Wells" userId="1773e0c03b1d2bf5" providerId="Windows Live" clId="Web-{8D72686D-8CB6-45BE-840D-3D1845FE2517}" dt="2026-09-03T21:46:44.154" v="671" actId="20577"/>
          <ac:spMkLst>
            <pc:docMk/>
            <pc:sldMk cId="2165895789" sldId="258"/>
            <ac:spMk id="3" creationId="{AC83ADAC-1AF1-A42F-4EC4-6AA6EA4C0BB7}"/>
          </ac:spMkLst>
        </pc:spChg>
        <pc:spChg chg="add mod">
          <ac:chgData name="Nathan Wells" userId="1773e0c03b1d2bf5" providerId="Windows Live" clId="Web-{8D72686D-8CB6-45BE-840D-3D1845FE2517}" dt="2026-09-03T21:48:28.036" v="731" actId="20577"/>
          <ac:spMkLst>
            <pc:docMk/>
            <pc:sldMk cId="2165895789" sldId="258"/>
            <ac:spMk id="5" creationId="{46B0EE36-1A94-E0A1-68FB-9FBCA3E46F61}"/>
          </ac:spMkLst>
        </pc:spChg>
      </pc:sldChg>
      <pc:sldChg chg="modSp new">
        <pc:chgData name="Nathan Wells" userId="1773e0c03b1d2bf5" providerId="Windows Live" clId="Web-{8D72686D-8CB6-45BE-840D-3D1845FE2517}" dt="2026-09-03T22:00:06.580" v="1721" actId="20577"/>
        <pc:sldMkLst>
          <pc:docMk/>
          <pc:sldMk cId="2704516942" sldId="259"/>
        </pc:sldMkLst>
        <pc:spChg chg="mod">
          <ac:chgData name="Nathan Wells" userId="1773e0c03b1d2bf5" providerId="Windows Live" clId="Web-{8D72686D-8CB6-45BE-840D-3D1845FE2517}" dt="2026-09-03T20:55:05.591" v="56" actId="20577"/>
          <ac:spMkLst>
            <pc:docMk/>
            <pc:sldMk cId="2704516942" sldId="259"/>
            <ac:spMk id="2" creationId="{73FCBA89-8B80-F6E3-1D26-7AB118494116}"/>
          </ac:spMkLst>
        </pc:spChg>
        <pc:spChg chg="mod">
          <ac:chgData name="Nathan Wells" userId="1773e0c03b1d2bf5" providerId="Windows Live" clId="Web-{8D72686D-8CB6-45BE-840D-3D1845FE2517}" dt="2026-09-03T22:00:06.580" v="1721" actId="20577"/>
          <ac:spMkLst>
            <pc:docMk/>
            <pc:sldMk cId="2704516942" sldId="259"/>
            <ac:spMk id="3" creationId="{2B454EF3-5257-79DE-817F-EB979B149A82}"/>
          </ac:spMkLst>
        </pc:spChg>
      </pc:sldChg>
      <pc:sldChg chg="modSp new modTransition">
        <pc:chgData name="Nathan Wells" userId="1773e0c03b1d2bf5" providerId="Windows Live" clId="Web-{8D72686D-8CB6-45BE-840D-3D1845FE2517}" dt="2026-09-03T23:02:17.761" v="1756"/>
        <pc:sldMkLst>
          <pc:docMk/>
          <pc:sldMk cId="2717829832" sldId="260"/>
        </pc:sldMkLst>
        <pc:spChg chg="mod">
          <ac:chgData name="Nathan Wells" userId="1773e0c03b1d2bf5" providerId="Windows Live" clId="Web-{8D72686D-8CB6-45BE-840D-3D1845FE2517}" dt="2026-09-03T21:58:11.525" v="1590" actId="20577"/>
          <ac:spMkLst>
            <pc:docMk/>
            <pc:sldMk cId="2717829832" sldId="260"/>
            <ac:spMk id="2" creationId="{C0DA231C-E5B5-B9A5-110D-69CF8A283B3C}"/>
          </ac:spMkLst>
        </pc:spChg>
        <pc:spChg chg="mod">
          <ac:chgData name="Nathan Wells" userId="1773e0c03b1d2bf5" providerId="Windows Live" clId="Web-{8D72686D-8CB6-45BE-840D-3D1845FE2517}" dt="2026-09-03T22:01:15.055" v="1737" actId="20577"/>
          <ac:spMkLst>
            <pc:docMk/>
            <pc:sldMk cId="2717829832" sldId="260"/>
            <ac:spMk id="3" creationId="{420AF867-022E-D8A4-ABC1-B7B78487D19A}"/>
          </ac:spMkLst>
        </pc:spChg>
      </pc:sldChg>
      <pc:sldChg chg="modSp new">
        <pc:chgData name="Nathan Wells" userId="1773e0c03b1d2bf5" providerId="Windows Live" clId="Web-{8D72686D-8CB6-45BE-840D-3D1845FE2517}" dt="2026-09-03T21:58:18.354" v="1591" actId="20577"/>
        <pc:sldMkLst>
          <pc:docMk/>
          <pc:sldMk cId="381156742" sldId="261"/>
        </pc:sldMkLst>
        <pc:spChg chg="mod">
          <ac:chgData name="Nathan Wells" userId="1773e0c03b1d2bf5" providerId="Windows Live" clId="Web-{8D72686D-8CB6-45BE-840D-3D1845FE2517}" dt="2026-09-03T21:58:18.354" v="1591" actId="20577"/>
          <ac:spMkLst>
            <pc:docMk/>
            <pc:sldMk cId="381156742" sldId="261"/>
            <ac:spMk id="2" creationId="{25731172-053B-B985-C5E0-C5A904DBC697}"/>
          </ac:spMkLst>
        </pc:spChg>
      </pc:sldChg>
      <pc:sldChg chg="modSp new">
        <pc:chgData name="Nathan Wells" userId="1773e0c03b1d2bf5" providerId="Windows Live" clId="Web-{8D72686D-8CB6-45BE-840D-3D1845FE2517}" dt="2026-09-03T20:58:23.451" v="138" actId="20577"/>
        <pc:sldMkLst>
          <pc:docMk/>
          <pc:sldMk cId="1046871377" sldId="262"/>
        </pc:sldMkLst>
        <pc:spChg chg="mod">
          <ac:chgData name="Nathan Wells" userId="1773e0c03b1d2bf5" providerId="Windows Live" clId="Web-{8D72686D-8CB6-45BE-840D-3D1845FE2517}" dt="2026-09-03T20:58:23.451" v="138" actId="20577"/>
          <ac:spMkLst>
            <pc:docMk/>
            <pc:sldMk cId="1046871377" sldId="262"/>
            <ac:spMk id="2" creationId="{F8A06B48-7A7A-5760-9FA7-D8945719370C}"/>
          </ac:spMkLst>
        </pc:spChg>
      </pc:sldChg>
      <pc:sldChg chg="modSp new">
        <pc:chgData name="Nathan Wells" userId="1773e0c03b1d2bf5" providerId="Windows Live" clId="Web-{8D72686D-8CB6-45BE-840D-3D1845FE2517}" dt="2026-09-03T20:56:56.419" v="114" actId="20577"/>
        <pc:sldMkLst>
          <pc:docMk/>
          <pc:sldMk cId="2659318560" sldId="263"/>
        </pc:sldMkLst>
        <pc:spChg chg="mod">
          <ac:chgData name="Nathan Wells" userId="1773e0c03b1d2bf5" providerId="Windows Live" clId="Web-{8D72686D-8CB6-45BE-840D-3D1845FE2517}" dt="2026-09-03T20:56:56.419" v="114" actId="20577"/>
          <ac:spMkLst>
            <pc:docMk/>
            <pc:sldMk cId="2659318560" sldId="263"/>
            <ac:spMk id="2" creationId="{7B81FC23-0A72-7F26-6EAA-7C773ABA6FD3}"/>
          </ac:spMkLst>
        </pc:spChg>
      </pc:sldChg>
      <pc:sldChg chg="modSp new">
        <pc:chgData name="Nathan Wells" userId="1773e0c03b1d2bf5" providerId="Windows Live" clId="Web-{8D72686D-8CB6-45BE-840D-3D1845FE2517}" dt="2026-09-03T20:57:30.404" v="127" actId="20577"/>
        <pc:sldMkLst>
          <pc:docMk/>
          <pc:sldMk cId="3021887248" sldId="264"/>
        </pc:sldMkLst>
        <pc:spChg chg="mod">
          <ac:chgData name="Nathan Wells" userId="1773e0c03b1d2bf5" providerId="Windows Live" clId="Web-{8D72686D-8CB6-45BE-840D-3D1845FE2517}" dt="2026-09-03T20:57:30.404" v="127" actId="20577"/>
          <ac:spMkLst>
            <pc:docMk/>
            <pc:sldMk cId="3021887248" sldId="264"/>
            <ac:spMk id="2" creationId="{8AF501E9-5C3F-7004-71D3-2F69AD432347}"/>
          </ac:spMkLst>
        </pc:spChg>
      </pc:sldChg>
      <pc:sldChg chg="modSp new">
        <pc:chgData name="Nathan Wells" userId="1773e0c03b1d2bf5" providerId="Windows Live" clId="Web-{8D72686D-8CB6-45BE-840D-3D1845FE2517}" dt="2026-09-03T20:59:24.966" v="141" actId="20577"/>
        <pc:sldMkLst>
          <pc:docMk/>
          <pc:sldMk cId="114334546" sldId="265"/>
        </pc:sldMkLst>
        <pc:spChg chg="mod">
          <ac:chgData name="Nathan Wells" userId="1773e0c03b1d2bf5" providerId="Windows Live" clId="Web-{8D72686D-8CB6-45BE-840D-3D1845FE2517}" dt="2026-09-03T20:59:24.966" v="141" actId="20577"/>
          <ac:spMkLst>
            <pc:docMk/>
            <pc:sldMk cId="114334546" sldId="265"/>
            <ac:spMk id="2" creationId="{BFC01DF4-7DBF-BADB-B675-44669A837BE1}"/>
          </ac:spMkLst>
        </pc:spChg>
      </pc:sldChg>
      <pc:sldChg chg="addSp delSp modSp new">
        <pc:chgData name="Nathan Wells" userId="1773e0c03b1d2bf5" providerId="Windows Live" clId="Web-{8D72686D-8CB6-45BE-840D-3D1845FE2517}" dt="2026-09-03T22:57:24.566" v="1747" actId="14100"/>
        <pc:sldMkLst>
          <pc:docMk/>
          <pc:sldMk cId="145488463" sldId="266"/>
        </pc:sldMkLst>
        <pc:spChg chg="del">
          <ac:chgData name="Nathan Wells" userId="1773e0c03b1d2bf5" providerId="Windows Live" clId="Web-{8D72686D-8CB6-45BE-840D-3D1845FE2517}" dt="2026-09-03T22:30:19.035" v="1739"/>
          <ac:spMkLst>
            <pc:docMk/>
            <pc:sldMk cId="145488463" sldId="266"/>
            <ac:spMk id="3" creationId="{901569FC-FFD4-CB2A-AC75-40147B4F1ABD}"/>
          </ac:spMkLst>
        </pc:spChg>
        <pc:spChg chg="add del mod">
          <ac:chgData name="Nathan Wells" userId="1773e0c03b1d2bf5" providerId="Windows Live" clId="Web-{8D72686D-8CB6-45BE-840D-3D1845FE2517}" dt="2026-09-03T22:57:17.628" v="1745"/>
          <ac:spMkLst>
            <pc:docMk/>
            <pc:sldMk cId="145488463" sldId="266"/>
            <ac:spMk id="5" creationId="{ECB9899D-729E-42EB-E43E-B5F4BA2FA7E2}"/>
          </ac:spMkLst>
        </pc:spChg>
        <pc:picChg chg="add del mod ord">
          <ac:chgData name="Nathan Wells" userId="1773e0c03b1d2bf5" providerId="Windows Live" clId="Web-{8D72686D-8CB6-45BE-840D-3D1845FE2517}" dt="2026-09-03T22:57:15.956" v="1744"/>
          <ac:picMkLst>
            <pc:docMk/>
            <pc:sldMk cId="145488463" sldId="266"/>
            <ac:picMk id="4" creationId="{898D7A92-0BEF-A489-AC6D-3F69F8B6A488}"/>
          </ac:picMkLst>
        </pc:picChg>
        <pc:picChg chg="add mod ord">
          <ac:chgData name="Nathan Wells" userId="1773e0c03b1d2bf5" providerId="Windows Live" clId="Web-{8D72686D-8CB6-45BE-840D-3D1845FE2517}" dt="2026-09-03T22:57:24.566" v="1747" actId="14100"/>
          <ac:picMkLst>
            <pc:docMk/>
            <pc:sldMk cId="145488463" sldId="266"/>
            <ac:picMk id="6" creationId="{63DCAE88-C75D-E9B1-DDB9-6A29D2C0677A}"/>
          </ac:picMkLst>
        </pc:picChg>
      </pc:sldChg>
      <pc:sldChg chg="addSp delSp modSp new">
        <pc:chgData name="Nathan Wells" userId="1773e0c03b1d2bf5" providerId="Windows Live" clId="Web-{8D72686D-8CB6-45BE-840D-3D1845FE2517}" dt="2026-09-03T23:01:23.322" v="1752" actId="14100"/>
        <pc:sldMkLst>
          <pc:docMk/>
          <pc:sldMk cId="595343263" sldId="267"/>
        </pc:sldMkLst>
        <pc:spChg chg="del">
          <ac:chgData name="Nathan Wells" userId="1773e0c03b1d2bf5" providerId="Windows Live" clId="Web-{8D72686D-8CB6-45BE-840D-3D1845FE2517}" dt="2026-09-03T23:01:14.978" v="1749"/>
          <ac:spMkLst>
            <pc:docMk/>
            <pc:sldMk cId="595343263" sldId="267"/>
            <ac:spMk id="3" creationId="{0BDF7335-5827-8D83-3057-AAB64F9BF5D4}"/>
          </ac:spMkLst>
        </pc:spChg>
        <pc:picChg chg="add mod ord">
          <ac:chgData name="Nathan Wells" userId="1773e0c03b1d2bf5" providerId="Windows Live" clId="Web-{8D72686D-8CB6-45BE-840D-3D1845FE2517}" dt="2026-09-03T23:01:23.322" v="1752" actId="14100"/>
          <ac:picMkLst>
            <pc:docMk/>
            <pc:sldMk cId="595343263" sldId="267"/>
            <ac:picMk id="4" creationId="{5EE8AD70-DE4C-F447-1749-DD1B6ADCD6DC}"/>
          </ac:picMkLst>
        </pc:picChg>
      </pc:sldChg>
      <pc:sldChg chg="add del replId">
        <pc:chgData name="Nathan Wells" userId="1773e0c03b1d2bf5" providerId="Windows Live" clId="Web-{8D72686D-8CB6-45BE-840D-3D1845FE2517}" dt="2026-09-03T23:01:56.355" v="1754"/>
        <pc:sldMkLst>
          <pc:docMk/>
          <pc:sldMk cId="3180755268" sldId="268"/>
        </pc:sldMkLst>
      </pc:sldChg>
      <pc:sldChg chg="add del replId">
        <pc:chgData name="Nathan Wells" userId="1773e0c03b1d2bf5" providerId="Windows Live" clId="Web-{8D72686D-8CB6-45BE-840D-3D1845FE2517}" dt="2026-09-03T23:03:20.232" v="1758"/>
        <pc:sldMkLst>
          <pc:docMk/>
          <pc:sldMk cId="4122066452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slide" Target="slide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Nathan Wells </a:t>
            </a:r>
            <a:br>
              <a:rPr lang="en-US" dirty="0"/>
            </a:br>
            <a:r>
              <a:rPr lang="en-US" dirty="0"/>
              <a:t>          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DCE8F-8234-FAB3-8D8D-5B0706A97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745" y="2663809"/>
            <a:ext cx="2016598" cy="76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9DC9-F7C1-A4F1-5639-4B5FB53D7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 Summary and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3ADAC-1AF1-A42F-4EC4-6AA6EA4C0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99" y="1825625"/>
            <a:ext cx="11574163" cy="2284356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dirty="0"/>
              <a:t>Problem Statement: Currently, there is no predictive model for determine who will purchase tax software.</a:t>
            </a:r>
          </a:p>
          <a:p>
            <a:r>
              <a:rPr lang="en-US" dirty="0"/>
              <a:t>Goals: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Determine features that contribute to sales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Create a predictive model for generating sales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Define next steps for reporting and continuous improvements</a:t>
            </a:r>
          </a:p>
          <a:p>
            <a:r>
              <a:rPr lang="en-US" dirty="0"/>
              <a:t>Executive Summary: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Feature were identified that contribute to determining sales.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Created an initial machine learning model to generate a ~6% increase for identifying which customers are primed for a purchase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Identified missed opportunities and next steps to improve model performance while initial model is deployed.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Deployed model sent as </a:t>
            </a:r>
            <a:r>
              <a:rPr lang="en-US" dirty="0" err="1"/>
              <a:t>Full_model.pkl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B0EE36-1A94-E0A1-68FB-9FBCA3E46F61}"/>
              </a:ext>
            </a:extLst>
          </p:cNvPr>
          <p:cNvSpPr txBox="1">
            <a:spLocks/>
          </p:cNvSpPr>
          <p:nvPr/>
        </p:nvSpPr>
        <p:spPr>
          <a:xfrm>
            <a:off x="840025" y="4327905"/>
            <a:ext cx="6050969" cy="22843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Agenda: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Review data assumptions initial baseline findings.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Identify risks and targets when deploying ML models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Model performance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/>
              <a:t>Discussion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65895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BA89-8B80-F6E3-1D26-7AB11849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54EF3-5257-79DE-817F-EB979B149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96474" cy="4351338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US" dirty="0"/>
              <a:t>Data collected over a two year period</a:t>
            </a:r>
          </a:p>
          <a:p>
            <a:r>
              <a:rPr lang="en-US" dirty="0"/>
              <a:t>No data  dictionary was shared, columns name were used a descriptions to be the best of our ability </a:t>
            </a:r>
          </a:p>
          <a:p>
            <a:r>
              <a:rPr lang="en-US" dirty="0"/>
              <a:t>Data contains no identifying information or meta data ; it is reasonable to assume 1 row = 1 independent individual </a:t>
            </a:r>
          </a:p>
          <a:p>
            <a:r>
              <a:rPr lang="en-US" dirty="0"/>
              <a:t>Customers </a:t>
            </a:r>
            <a:r>
              <a:rPr lang="en-US"/>
              <a:t>are </a:t>
            </a:r>
            <a:r>
              <a:rPr lang="en-US" dirty="0"/>
              <a:t>e</a:t>
            </a:r>
            <a:r>
              <a:rPr lang="en-US"/>
              <a:t>quivalent</a:t>
            </a:r>
            <a:r>
              <a:rPr lang="en-US" dirty="0"/>
              <a:t>, no customer is more valuable than another</a:t>
            </a:r>
          </a:p>
          <a:p>
            <a:r>
              <a:rPr lang="en-US" dirty="0"/>
              <a:t>Data contains no time dependent information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"Date" Features are considered categorical and independent</a:t>
            </a:r>
          </a:p>
          <a:p>
            <a:r>
              <a:rPr lang="en-US" dirty="0"/>
              <a:t>Data is considered complete and true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Response variable : 'successful_sale' (yes = sale:1, no= no sale:0)</a:t>
            </a:r>
          </a:p>
          <a:p>
            <a:pPr marL="0" indent="0">
              <a:buNone/>
            </a:pPr>
            <a:r>
              <a:rPr lang="en-US" dirty="0"/>
              <a:t>Features: All other columns (Continuous and Categorical)</a:t>
            </a:r>
          </a:p>
          <a:p>
            <a:pPr marL="0" indent="0">
              <a:buNone/>
            </a:pPr>
            <a:r>
              <a:rPr lang="en-US" dirty="0"/>
              <a:t>Categorical Features 'dummy' encoded for each unique value in the category (1: value, 0 otherwise) Ifor each unique value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Total Samples: 4640:sale, 36,548:no sale</a:t>
            </a:r>
            <a:endParaRPr lang="en-US" sz="2400" dirty="0"/>
          </a:p>
          <a:p>
            <a:pPr marL="0" indent="0">
              <a:buNone/>
            </a:pPr>
            <a:r>
              <a:rPr lang="en-US" sz="2600" dirty="0"/>
              <a:t>Data is considered imbalances with an abundance of 'no sale' entries.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feature c10 is identical to the response variable and will be excluded from the analysis. 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16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231C-E5B5-B9A5-110D-69CF8A28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Analysis and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AF867-022E-D8A4-ABC1-B7B78487D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032" y="1399619"/>
            <a:ext cx="511657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Exploratory Data Analysis (EDA) is an initial approach to analyzing data sets to summarize their main characteristics, often using visual methods.</a:t>
            </a:r>
            <a:endParaRPr lang="en-US" sz="16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DFA5C1A3-E85D-C79B-FBB2-369ACD8A5E1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32535578"/>
                  </p:ext>
                </p:extLst>
              </p:nvPr>
            </p:nvGraphicFramePr>
            <p:xfrm>
              <a:off x="2369312" y="4268177"/>
              <a:ext cx="3133344" cy="1762506"/>
            </p:xfrm>
            <a:graphic>
              <a:graphicData uri="http://schemas.microsoft.com/office/powerpoint/2016/slidezoom">
                <pslz:sldZm>
                  <pslz:sldZmObj sldId="266" cId="145488463">
                    <pslz:zmPr id="{8E3E404C-D0E2-41C1-B35A-DF5C1A0415DC}" returnToParent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133344" cy="176250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FA5C1A3-E85D-C79B-FBB2-369ACD8A5E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9312" y="4268177"/>
                <a:ext cx="3133344" cy="176250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B134ECAC-4115-46D9-3C61-CABB0EE9DD7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688433"/>
                  </p:ext>
                </p:extLst>
              </p:nvPr>
            </p:nvGraphicFramePr>
            <p:xfrm>
              <a:off x="411218" y="2519386"/>
              <a:ext cx="2904927" cy="1634022"/>
            </p:xfrm>
            <a:graphic>
              <a:graphicData uri="http://schemas.microsoft.com/office/powerpoint/2016/slidezoom">
                <pslz:sldZm>
                  <pslz:sldZmObj sldId="267" cId="595343263">
                    <pslz:zmPr id="{5DE42393-59AC-4802-9393-B6FDED87A65C}" returnToParent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04927" cy="163402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B134ECAC-4115-46D9-3C61-CABB0EE9DD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1218" y="2519386"/>
                <a:ext cx="2904927" cy="163402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658B149-510A-332B-D6A9-0FD2084540C7}"/>
              </a:ext>
            </a:extLst>
          </p:cNvPr>
          <p:cNvSpPr txBox="1"/>
          <p:nvPr/>
        </p:nvSpPr>
        <p:spPr>
          <a:xfrm>
            <a:off x="6055360" y="1339744"/>
            <a:ext cx="5080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Baselining is the process to establish a simple model starting 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Decision Stump Analysis (single value thresholding) conducted to determine baseline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Utilizing a costume model selection process, n4 was determine to be the best baseline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selection was based using quantiles of the following criteria: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7F9C749-07A3-C309-5584-A4CEF53A4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670987"/>
              </p:ext>
            </p:extLst>
          </p:nvPr>
        </p:nvGraphicFramePr>
        <p:xfrm>
          <a:off x="6055360" y="4821661"/>
          <a:ext cx="5664200" cy="1393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512795770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val="412893965"/>
                    </a:ext>
                  </a:extLst>
                </a:gridCol>
                <a:gridCol w="3855720">
                  <a:extLst>
                    <a:ext uri="{9D8B030D-6E8A-4147-A177-3AD203B41FA5}">
                      <a16:colId xmlns:a16="http://schemas.microsoft.com/office/drawing/2014/main" val="317090371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Metric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Direction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Definition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549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True Positive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Higher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Proportion of actual positive cases that the model correctly identified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5311309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True Negative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Higher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Proportion of actual negative cases that the model correctly identified as Negative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717847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Positive Predictive Value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Higher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Proportion of positive predictions made by the model that were actually correct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39846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Global Accuracy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Higher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Overall percentage of correct predictions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07734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82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4DD1-1394-E9AC-141F-445AE0DA2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Model Establishment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D1E883-5ACE-CDB0-E53E-A5BCE061CE0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338899"/>
            <a:ext cx="10515600" cy="213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/>
              <a:t>Each feature was run through a 5-fold CV Decision Stump Model</a:t>
            </a:r>
          </a:p>
          <a:p>
            <a:pPr marL="0" indent="0">
              <a:buNone/>
            </a:pPr>
            <a:r>
              <a:rPr lang="en-US" sz="1800" dirty="0"/>
              <a:t>Model selection as conducted by find the quantiles for each metric then averaging them together.</a:t>
            </a:r>
          </a:p>
          <a:p>
            <a:pPr marL="0" indent="0">
              <a:buNone/>
            </a:pPr>
            <a:r>
              <a:rPr lang="en-US" sz="1800" dirty="0"/>
              <a:t>Metrics are weighted equally.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F1A5C0-D526-155D-FC95-1D2961BA5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649045"/>
              </p:ext>
            </p:extLst>
          </p:nvPr>
        </p:nvGraphicFramePr>
        <p:xfrm>
          <a:off x="354661" y="2466976"/>
          <a:ext cx="4664181" cy="2259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816">
                  <a:extLst>
                    <a:ext uri="{9D8B030D-6E8A-4147-A177-3AD203B41FA5}">
                      <a16:colId xmlns:a16="http://schemas.microsoft.com/office/drawing/2014/main" val="3824196014"/>
                    </a:ext>
                  </a:extLst>
                </a:gridCol>
                <a:gridCol w="759285">
                  <a:extLst>
                    <a:ext uri="{9D8B030D-6E8A-4147-A177-3AD203B41FA5}">
                      <a16:colId xmlns:a16="http://schemas.microsoft.com/office/drawing/2014/main" val="615859066"/>
                    </a:ext>
                  </a:extLst>
                </a:gridCol>
                <a:gridCol w="650816">
                  <a:extLst>
                    <a:ext uri="{9D8B030D-6E8A-4147-A177-3AD203B41FA5}">
                      <a16:colId xmlns:a16="http://schemas.microsoft.com/office/drawing/2014/main" val="260125619"/>
                    </a:ext>
                  </a:extLst>
                </a:gridCol>
                <a:gridCol w="650816">
                  <a:extLst>
                    <a:ext uri="{9D8B030D-6E8A-4147-A177-3AD203B41FA5}">
                      <a16:colId xmlns:a16="http://schemas.microsoft.com/office/drawing/2014/main" val="2595942117"/>
                    </a:ext>
                  </a:extLst>
                </a:gridCol>
                <a:gridCol w="650816">
                  <a:extLst>
                    <a:ext uri="{9D8B030D-6E8A-4147-A177-3AD203B41FA5}">
                      <a16:colId xmlns:a16="http://schemas.microsoft.com/office/drawing/2014/main" val="3678628120"/>
                    </a:ext>
                  </a:extLst>
                </a:gridCol>
                <a:gridCol w="650816">
                  <a:extLst>
                    <a:ext uri="{9D8B030D-6E8A-4147-A177-3AD203B41FA5}">
                      <a16:colId xmlns:a16="http://schemas.microsoft.com/office/drawing/2014/main" val="1092157377"/>
                    </a:ext>
                  </a:extLst>
                </a:gridCol>
                <a:gridCol w="650816">
                  <a:extLst>
                    <a:ext uri="{9D8B030D-6E8A-4147-A177-3AD203B41FA5}">
                      <a16:colId xmlns:a16="http://schemas.microsoft.com/office/drawing/2014/main" val="367645555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Rank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feature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Mean quantile score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Global accuracy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True positive rate (TPR)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True negative rate (TNR)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Positive predictive value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422142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87974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c8_yes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33363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month_mar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108644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3333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month_dec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333575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month_sep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878017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month_oct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355877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042801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501212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8616650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31169F1-B864-1036-01BF-6C6898A5E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822" y="2974980"/>
            <a:ext cx="3646810" cy="29228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5482B23-6315-A34D-4052-4A0DC52BD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685" y="4795336"/>
            <a:ext cx="2372583" cy="162824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8E5546D-DC1E-9DFC-A11C-DE137074B458}"/>
              </a:ext>
            </a:extLst>
          </p:cNvPr>
          <p:cNvSpPr/>
          <p:nvPr/>
        </p:nvSpPr>
        <p:spPr>
          <a:xfrm>
            <a:off x="5722858" y="2689256"/>
            <a:ext cx="1555438" cy="4305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Good – never going to purchase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1E2DF-F0FC-459F-CC80-1BDF89DB5124}"/>
              </a:ext>
            </a:extLst>
          </p:cNvPr>
          <p:cNvSpPr/>
          <p:nvPr/>
        </p:nvSpPr>
        <p:spPr>
          <a:xfrm>
            <a:off x="5678436" y="5609458"/>
            <a:ext cx="1555438" cy="4305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Missed Opportunity</a:t>
            </a:r>
          </a:p>
          <a:p>
            <a:pPr algn="ctr"/>
            <a:r>
              <a:rPr lang="en-US" sz="1200" dirty="0"/>
              <a:t>Risk-Lose Sales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C596BF-137A-C239-9C1B-725E552D5EDE}"/>
              </a:ext>
            </a:extLst>
          </p:cNvPr>
          <p:cNvSpPr/>
          <p:nvPr/>
        </p:nvSpPr>
        <p:spPr>
          <a:xfrm>
            <a:off x="9375804" y="5609458"/>
            <a:ext cx="1942435" cy="4305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Great </a:t>
            </a:r>
          </a:p>
          <a:p>
            <a:pPr algn="ctr"/>
            <a:r>
              <a:rPr lang="en-US" sz="1200" dirty="0"/>
              <a:t>Correctly identified sales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554606-8F59-1485-9C43-AFAD496B6962}"/>
              </a:ext>
            </a:extLst>
          </p:cNvPr>
          <p:cNvSpPr/>
          <p:nvPr/>
        </p:nvSpPr>
        <p:spPr>
          <a:xfrm>
            <a:off x="9219278" y="2664462"/>
            <a:ext cx="1680370" cy="4305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Not Great</a:t>
            </a:r>
          </a:p>
          <a:p>
            <a:pPr algn="ctr"/>
            <a:r>
              <a:rPr lang="en-US" sz="1200" dirty="0"/>
              <a:t>Risk- Resource Waste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5A1F69-BB56-F13E-9D20-1970F64D7233}"/>
              </a:ext>
            </a:extLst>
          </p:cNvPr>
          <p:cNvSpPr txBox="1"/>
          <p:nvPr/>
        </p:nvSpPr>
        <p:spPr>
          <a:xfrm>
            <a:off x="1995424" y="6396842"/>
            <a:ext cx="800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Modeling Efforts will be to Lift TPR and NPR while lowering Risks</a:t>
            </a:r>
          </a:p>
        </p:txBody>
      </p:sp>
    </p:spTree>
    <p:extLst>
      <p:ext uri="{BB962C8B-B14F-4D97-AF65-F5344CB8AC3E}">
        <p14:creationId xmlns:p14="http://schemas.microsoft.com/office/powerpoint/2010/main" val="119920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06B48-7A7A-5760-9FA7-D8945719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A1617-10AA-70BA-124F-64E9D175A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7465" y="1508633"/>
            <a:ext cx="5181600" cy="2636647"/>
          </a:xfrm>
        </p:spPr>
        <p:txBody>
          <a:bodyPr>
            <a:normAutofit/>
          </a:bodyPr>
          <a:lstStyle/>
          <a:p>
            <a:r>
              <a:rPr lang="en-US" sz="1800" dirty="0"/>
              <a:t>Random Forest Model</a:t>
            </a:r>
          </a:p>
          <a:p>
            <a:pPr lvl="1"/>
            <a:r>
              <a:rPr lang="en-US" sz="1600" dirty="0"/>
              <a:t>Supervised Tree-based Ensemble </a:t>
            </a:r>
          </a:p>
          <a:p>
            <a:pPr lvl="1"/>
            <a:r>
              <a:rPr lang="en-US" sz="1600" dirty="0"/>
              <a:t>Robust Results</a:t>
            </a:r>
          </a:p>
          <a:p>
            <a:r>
              <a:rPr lang="en-US" sz="1800" dirty="0"/>
              <a:t>Training:</a:t>
            </a:r>
          </a:p>
          <a:p>
            <a:pPr lvl="1"/>
            <a:r>
              <a:rPr lang="en-US" sz="1400" dirty="0"/>
              <a:t>5-Fold CV (each sample is held out once)</a:t>
            </a:r>
          </a:p>
          <a:p>
            <a:pPr lvl="1"/>
            <a:r>
              <a:rPr lang="en-US" sz="1400" dirty="0"/>
              <a:t>Randomized grid search (reduce training iterations)</a:t>
            </a:r>
          </a:p>
          <a:p>
            <a:pPr lvl="1"/>
            <a:r>
              <a:rPr lang="en-US" sz="1400" dirty="0"/>
              <a:t>Imbalance classes handling – duplicate methods</a:t>
            </a:r>
          </a:p>
          <a:p>
            <a:pPr lvl="1"/>
            <a:r>
              <a:rPr lang="en-US" sz="1400" dirty="0"/>
              <a:t>Missing values – Categorical values handled during encoding</a:t>
            </a:r>
          </a:p>
          <a:p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27552-3551-5D1C-491B-51CE0008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2936" y="1508633"/>
            <a:ext cx="5181600" cy="2514727"/>
          </a:xfrm>
        </p:spPr>
        <p:txBody>
          <a:bodyPr/>
          <a:lstStyle/>
          <a:p>
            <a:r>
              <a:rPr lang="en-US" sz="1800" dirty="0"/>
              <a:t>K-Means Clustering</a:t>
            </a:r>
          </a:p>
          <a:p>
            <a:pPr lvl="1"/>
            <a:r>
              <a:rPr lang="en-US" sz="1600" dirty="0"/>
              <a:t>Unsupervised and unlabeled</a:t>
            </a:r>
          </a:p>
          <a:p>
            <a:pPr lvl="1"/>
            <a:r>
              <a:rPr lang="en-US" sz="1600" dirty="0"/>
              <a:t>Majority of training cluster assigned to hold out</a:t>
            </a:r>
          </a:p>
          <a:p>
            <a:r>
              <a:rPr lang="en-US" sz="1800" dirty="0"/>
              <a:t>Training:</a:t>
            </a:r>
          </a:p>
          <a:p>
            <a:pPr lvl="1"/>
            <a:r>
              <a:rPr lang="en-US" sz="1400" dirty="0"/>
              <a:t>5-Fold CV (each sample is held out once)</a:t>
            </a:r>
          </a:p>
          <a:p>
            <a:pPr lvl="1"/>
            <a:r>
              <a:rPr lang="en-US" sz="1400" dirty="0"/>
              <a:t>Randomized grid search (reduce training Iterations)</a:t>
            </a:r>
          </a:p>
          <a:p>
            <a:pPr lvl="1"/>
            <a:r>
              <a:rPr lang="en-US" sz="1400" dirty="0"/>
              <a:t>Imbalance classes handling – none</a:t>
            </a:r>
          </a:p>
          <a:p>
            <a:pPr lvl="1"/>
            <a:r>
              <a:rPr lang="en-US" sz="1400" dirty="0"/>
              <a:t>Missing values – Categorical values handled during encoding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AB651-0F8E-05CE-FA89-FAAA5CB16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500" y="4023360"/>
            <a:ext cx="2578977" cy="2028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0EDAA7-43D1-08FF-8D05-873729C29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39" y="4023360"/>
            <a:ext cx="2755199" cy="2162919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D840157C-345E-606D-BA58-C8C01F5D7F0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77610727"/>
                  </p:ext>
                </p:extLst>
              </p:nvPr>
            </p:nvGraphicFramePr>
            <p:xfrm>
              <a:off x="9884356" y="222119"/>
              <a:ext cx="2054691" cy="1155764"/>
            </p:xfrm>
            <a:graphic>
              <a:graphicData uri="http://schemas.microsoft.com/office/powerpoint/2016/slidezoom">
                <pslz:sldZm>
                  <pslz:sldZmObj sldId="268" cId="1199208712">
                    <pslz:zmPr id="{5F118F6D-4691-4B26-9CEB-5EFFBF5A80CC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54691" cy="115576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D840157C-345E-606D-BA58-C8C01F5D7F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84356" y="222119"/>
                <a:ext cx="2054691" cy="115576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707D1F6D-28FB-57F6-24AC-3B337612EF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6805" y="4070109"/>
            <a:ext cx="3007977" cy="17996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BC2EEF-CD0A-3A88-F7D6-775A9DEE51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980" y="4006335"/>
            <a:ext cx="1796796" cy="191974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D516716-22B4-DD8C-60F3-6D50D543E767}"/>
              </a:ext>
            </a:extLst>
          </p:cNvPr>
          <p:cNvSpPr txBox="1"/>
          <p:nvPr/>
        </p:nvSpPr>
        <p:spPr>
          <a:xfrm>
            <a:off x="2035629" y="6120531"/>
            <a:ext cx="9247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Models are driven by utilizing the lower values of features i5 and i4</a:t>
            </a:r>
          </a:p>
          <a:p>
            <a:r>
              <a:rPr lang="en-US" sz="1600" dirty="0"/>
              <a:t>Inference driven by important features generating the purest splits and clusters having the highest sales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4FA8537-E68F-AE39-BD2F-BE7A0ACC4579}"/>
              </a:ext>
            </a:extLst>
          </p:cNvPr>
          <p:cNvSpPr/>
          <p:nvPr/>
        </p:nvSpPr>
        <p:spPr>
          <a:xfrm>
            <a:off x="9226980" y="4435875"/>
            <a:ext cx="375557" cy="3592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87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886D1-3193-D446-5756-40F02DBA2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Cpomparisons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5B7E7F-07DF-48A3-C88E-47F4DC967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556386"/>
              </p:ext>
            </p:extLst>
          </p:nvPr>
        </p:nvGraphicFramePr>
        <p:xfrm>
          <a:off x="1823301" y="2232729"/>
          <a:ext cx="7198150" cy="1500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0760">
                  <a:extLst>
                    <a:ext uri="{9D8B030D-6E8A-4147-A177-3AD203B41FA5}">
                      <a16:colId xmlns:a16="http://schemas.microsoft.com/office/drawing/2014/main" val="1272062125"/>
                    </a:ext>
                  </a:extLst>
                </a:gridCol>
                <a:gridCol w="891039">
                  <a:extLst>
                    <a:ext uri="{9D8B030D-6E8A-4147-A177-3AD203B41FA5}">
                      <a16:colId xmlns:a16="http://schemas.microsoft.com/office/drawing/2014/main" val="2536152360"/>
                    </a:ext>
                  </a:extLst>
                </a:gridCol>
                <a:gridCol w="1023399">
                  <a:extLst>
                    <a:ext uri="{9D8B030D-6E8A-4147-A177-3AD203B41FA5}">
                      <a16:colId xmlns:a16="http://schemas.microsoft.com/office/drawing/2014/main" val="3378592273"/>
                    </a:ext>
                  </a:extLst>
                </a:gridCol>
                <a:gridCol w="1041661">
                  <a:extLst>
                    <a:ext uri="{9D8B030D-6E8A-4147-A177-3AD203B41FA5}">
                      <a16:colId xmlns:a16="http://schemas.microsoft.com/office/drawing/2014/main" val="3181107805"/>
                    </a:ext>
                  </a:extLst>
                </a:gridCol>
                <a:gridCol w="1315040">
                  <a:extLst>
                    <a:ext uri="{9D8B030D-6E8A-4147-A177-3AD203B41FA5}">
                      <a16:colId xmlns:a16="http://schemas.microsoft.com/office/drawing/2014/main" val="3537118080"/>
                    </a:ext>
                  </a:extLst>
                </a:gridCol>
                <a:gridCol w="1706251">
                  <a:extLst>
                    <a:ext uri="{9D8B030D-6E8A-4147-A177-3AD203B41FA5}">
                      <a16:colId xmlns:a16="http://schemas.microsoft.com/office/drawing/2014/main" val="4021306007"/>
                    </a:ext>
                  </a:extLst>
                </a:gridCol>
              </a:tblGrid>
              <a:tr h="3679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Baseline: n4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RandomForest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% Change to Baseline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K-Means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% Change to Baseline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69238074"/>
                  </a:ext>
                </a:extLst>
              </a:tr>
              <a:tr h="1983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Global Accuracy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0.90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0.90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0.38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0.90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-0.09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048531"/>
                  </a:ext>
                </a:extLst>
              </a:tr>
              <a:tr h="1983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True Positive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8.79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-10.65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928977"/>
                  </a:ext>
                </a:extLst>
              </a:tr>
              <a:tr h="3679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True Negative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0.99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0.99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0.99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46351"/>
                  </a:ext>
                </a:extLst>
              </a:tr>
              <a:tr h="3679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Positive Predative Value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0.64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0.68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6.47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0.64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0.87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6327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0CDA7F4-F658-F324-02DD-EDCC0F7C62CE}"/>
              </a:ext>
            </a:extLst>
          </p:cNvPr>
          <p:cNvSpPr txBox="1"/>
          <p:nvPr/>
        </p:nvSpPr>
        <p:spPr>
          <a:xfrm>
            <a:off x="2007909" y="1607270"/>
            <a:ext cx="661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Comparing ML models to the Baseline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FD337-11F3-E57E-8F6C-F974E39E4808}"/>
              </a:ext>
            </a:extLst>
          </p:cNvPr>
          <p:cNvSpPr/>
          <p:nvPr/>
        </p:nvSpPr>
        <p:spPr>
          <a:xfrm>
            <a:off x="3940404" y="2088037"/>
            <a:ext cx="2064470" cy="191835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D1B16E-BC90-7567-691F-1A253CFECA20}"/>
              </a:ext>
            </a:extLst>
          </p:cNvPr>
          <p:cNvSpPr txBox="1"/>
          <p:nvPr/>
        </p:nvSpPr>
        <p:spPr>
          <a:xfrm>
            <a:off x="1244338" y="4411744"/>
            <a:ext cx="96907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RandomForest model is outperforming the baseline in terms of True Positive Rate and Positive Predictive Value</a:t>
            </a:r>
          </a:p>
          <a:p>
            <a:endParaRPr lang="en-US" dirty="0"/>
          </a:p>
          <a:p>
            <a:r>
              <a:rPr lang="en-US" dirty="0"/>
              <a:t>The model captures more sales correctly and when a prediction is made, its ~6.5% more likely to be correct</a:t>
            </a:r>
          </a:p>
        </p:txBody>
      </p:sp>
    </p:spTree>
    <p:extLst>
      <p:ext uri="{BB962C8B-B14F-4D97-AF65-F5344CB8AC3E}">
        <p14:creationId xmlns:p14="http://schemas.microsoft.com/office/powerpoint/2010/main" val="3791767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FC23-0A72-7F26-6EAA-7C773ABA6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Reporting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AD49E-63E0-86CD-775D-367C4087F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658" y="1430580"/>
            <a:ext cx="10515600" cy="4351338"/>
          </a:xfrm>
        </p:spPr>
        <p:txBody>
          <a:bodyPr/>
          <a:lstStyle/>
          <a:p>
            <a:r>
              <a:rPr lang="en-US" dirty="0"/>
              <a:t>Process designed to report sales predictions based upon new data.</a:t>
            </a:r>
          </a:p>
          <a:p>
            <a:r>
              <a:rPr lang="en-US" dirty="0"/>
              <a:t>Twice Daily Batch Reporting Avoid over alerting</a:t>
            </a:r>
          </a:p>
        </p:txBody>
      </p:sp>
      <p:pic>
        <p:nvPicPr>
          <p:cNvPr id="6" name="Graphic 5" descr="Database with solid fill">
            <a:extLst>
              <a:ext uri="{FF2B5EF4-FFF2-40B4-BE49-F238E27FC236}">
                <a16:creationId xmlns:a16="http://schemas.microsoft.com/office/drawing/2014/main" id="{D5CA56D9-8F76-EC99-1569-6231E6DCF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1323" y="3431334"/>
            <a:ext cx="914400" cy="9144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F0E4BC-BDFC-6133-2FBD-D7B6097A0F72}"/>
              </a:ext>
            </a:extLst>
          </p:cNvPr>
          <p:cNvCxnSpPr/>
          <p:nvPr/>
        </p:nvCxnSpPr>
        <p:spPr>
          <a:xfrm>
            <a:off x="447040" y="3250200"/>
            <a:ext cx="1117600" cy="564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46F5CB-32D2-FDF1-40E8-E015B5992DEC}"/>
              </a:ext>
            </a:extLst>
          </p:cNvPr>
          <p:cNvCxnSpPr>
            <a:cxnSpLocks/>
          </p:cNvCxnSpPr>
          <p:nvPr/>
        </p:nvCxnSpPr>
        <p:spPr>
          <a:xfrm>
            <a:off x="635570" y="3967496"/>
            <a:ext cx="10814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0C8311-0C51-31BE-D6D5-40F68E47A526}"/>
              </a:ext>
            </a:extLst>
          </p:cNvPr>
          <p:cNvCxnSpPr>
            <a:cxnSpLocks/>
          </p:cNvCxnSpPr>
          <p:nvPr/>
        </p:nvCxnSpPr>
        <p:spPr>
          <a:xfrm flipV="1">
            <a:off x="447040" y="4178359"/>
            <a:ext cx="1045523" cy="458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12DE3AE-1192-7AD6-EF95-2CB7DBEECBEC}"/>
              </a:ext>
            </a:extLst>
          </p:cNvPr>
          <p:cNvCxnSpPr/>
          <p:nvPr/>
        </p:nvCxnSpPr>
        <p:spPr>
          <a:xfrm>
            <a:off x="2714497" y="3888534"/>
            <a:ext cx="10087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FC74930-1864-AD04-A8A5-BA411016505C}"/>
              </a:ext>
            </a:extLst>
          </p:cNvPr>
          <p:cNvSpPr/>
          <p:nvPr/>
        </p:nvSpPr>
        <p:spPr>
          <a:xfrm>
            <a:off x="3920028" y="3575598"/>
            <a:ext cx="1185029" cy="737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 encoding validation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105906-81F3-CD56-08C3-25F9DBB7596C}"/>
              </a:ext>
            </a:extLst>
          </p:cNvPr>
          <p:cNvCxnSpPr/>
          <p:nvPr/>
        </p:nvCxnSpPr>
        <p:spPr>
          <a:xfrm>
            <a:off x="5293679" y="3888534"/>
            <a:ext cx="8023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C9D55D5-E398-DC59-7DC8-4C47EF0AE517}"/>
              </a:ext>
            </a:extLst>
          </p:cNvPr>
          <p:cNvSpPr/>
          <p:nvPr/>
        </p:nvSpPr>
        <p:spPr>
          <a:xfrm>
            <a:off x="6171857" y="3551893"/>
            <a:ext cx="1185029" cy="737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ML Model Call</a:t>
            </a:r>
          </a:p>
          <a:p>
            <a:pPr algn="ctr"/>
            <a:r>
              <a:rPr lang="en-US" sz="1200" dirty="0"/>
              <a:t>Prediction</a:t>
            </a:r>
          </a:p>
        </p:txBody>
      </p:sp>
      <p:pic>
        <p:nvPicPr>
          <p:cNvPr id="24" name="Graphic 23" descr="Database with solid fill">
            <a:extLst>
              <a:ext uri="{FF2B5EF4-FFF2-40B4-BE49-F238E27FC236}">
                <a16:creationId xmlns:a16="http://schemas.microsoft.com/office/drawing/2014/main" id="{42879694-B629-7FC8-D93D-8F07942C7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12542" y="4857540"/>
            <a:ext cx="914400" cy="914400"/>
          </a:xfrm>
          <a:prstGeom prst="rect">
            <a:avLst/>
          </a:prstGeom>
        </p:spPr>
      </p:pic>
      <p:pic>
        <p:nvPicPr>
          <p:cNvPr id="28" name="Graphic 27" descr="Database with solid fill">
            <a:extLst>
              <a:ext uri="{FF2B5EF4-FFF2-40B4-BE49-F238E27FC236}">
                <a16:creationId xmlns:a16="http://schemas.microsoft.com/office/drawing/2014/main" id="{8CDB2153-808C-4978-0BD2-4E3343B04C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3743" y="3431334"/>
            <a:ext cx="914400" cy="91440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E88D898-8F03-E509-A0DD-E26CC777DC6A}"/>
              </a:ext>
            </a:extLst>
          </p:cNvPr>
          <p:cNvCxnSpPr>
            <a:cxnSpLocks/>
          </p:cNvCxnSpPr>
          <p:nvPr/>
        </p:nvCxnSpPr>
        <p:spPr>
          <a:xfrm>
            <a:off x="7406093" y="3844113"/>
            <a:ext cx="6348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0BD7992-0C70-7E78-BFDE-807ABD332254}"/>
              </a:ext>
            </a:extLst>
          </p:cNvPr>
          <p:cNvSpPr txBox="1"/>
          <p:nvPr/>
        </p:nvSpPr>
        <p:spPr>
          <a:xfrm>
            <a:off x="1468683" y="4330760"/>
            <a:ext cx="143968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(Raw) Database</a:t>
            </a:r>
          </a:p>
          <a:p>
            <a:r>
              <a:rPr lang="en-US" sz="1050" dirty="0"/>
              <a:t>Historical and new 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947CAC-8625-4B92-AFA6-B460696F4B47}"/>
              </a:ext>
            </a:extLst>
          </p:cNvPr>
          <p:cNvSpPr txBox="1"/>
          <p:nvPr/>
        </p:nvSpPr>
        <p:spPr>
          <a:xfrm>
            <a:off x="5585110" y="4787364"/>
            <a:ext cx="1636078" cy="145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Repository</a:t>
            </a:r>
          </a:p>
          <a:p>
            <a:r>
              <a:rPr lang="en-US" sz="1050" dirty="0"/>
              <a:t>Model logs/versioning</a:t>
            </a:r>
          </a:p>
          <a:p>
            <a:r>
              <a:rPr lang="en-US" sz="1050" dirty="0"/>
              <a:t>Training results</a:t>
            </a:r>
          </a:p>
          <a:p>
            <a:r>
              <a:rPr lang="en-US" sz="1050" dirty="0"/>
              <a:t>Run logs/Error logs</a:t>
            </a:r>
          </a:p>
          <a:p>
            <a:r>
              <a:rPr lang="en-US" sz="1050" dirty="0"/>
              <a:t>Transformation logic</a:t>
            </a:r>
          </a:p>
          <a:p>
            <a:r>
              <a:rPr lang="en-US" sz="1050" dirty="0"/>
              <a:t>Parameter recipes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4E3201-13D6-9099-7184-AA46593E8BFB}"/>
              </a:ext>
            </a:extLst>
          </p:cNvPr>
          <p:cNvSpPr txBox="1"/>
          <p:nvPr/>
        </p:nvSpPr>
        <p:spPr>
          <a:xfrm>
            <a:off x="7890668" y="4349091"/>
            <a:ext cx="14396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(Prediction) Database</a:t>
            </a:r>
          </a:p>
          <a:p>
            <a:r>
              <a:rPr lang="en-US" sz="1050" dirty="0"/>
              <a:t>Model metadata</a:t>
            </a:r>
          </a:p>
          <a:p>
            <a:r>
              <a:rPr lang="en-US" sz="1050" dirty="0"/>
              <a:t>Model Performance Monitoring</a:t>
            </a:r>
          </a:p>
          <a:p>
            <a:r>
              <a:rPr lang="en-US" sz="1050" dirty="0"/>
              <a:t>Run logs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C47CFA3-6B53-609F-F656-FFC7A3E9CDE6}"/>
              </a:ext>
            </a:extLst>
          </p:cNvPr>
          <p:cNvCxnSpPr>
            <a:cxnSpLocks/>
          </p:cNvCxnSpPr>
          <p:nvPr/>
        </p:nvCxnSpPr>
        <p:spPr>
          <a:xfrm flipH="1">
            <a:off x="8754457" y="3396138"/>
            <a:ext cx="943104" cy="31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Graphic 44" descr="Internet with solid fill">
            <a:extLst>
              <a:ext uri="{FF2B5EF4-FFF2-40B4-BE49-F238E27FC236}">
                <a16:creationId xmlns:a16="http://schemas.microsoft.com/office/drawing/2014/main" id="{4CE7EEE7-7121-42C1-C1C0-E307D547EF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6924" y="3008302"/>
            <a:ext cx="775673" cy="775673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5634152-C940-ABE9-8BED-9EB1AD672D68}"/>
              </a:ext>
            </a:extLst>
          </p:cNvPr>
          <p:cNvCxnSpPr>
            <a:cxnSpLocks/>
          </p:cNvCxnSpPr>
          <p:nvPr/>
        </p:nvCxnSpPr>
        <p:spPr>
          <a:xfrm>
            <a:off x="8775469" y="3931308"/>
            <a:ext cx="4309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2F1910F-0250-800B-D183-6FD0D14465CB}"/>
              </a:ext>
            </a:extLst>
          </p:cNvPr>
          <p:cNvCxnSpPr>
            <a:cxnSpLocks/>
          </p:cNvCxnSpPr>
          <p:nvPr/>
        </p:nvCxnSpPr>
        <p:spPr>
          <a:xfrm>
            <a:off x="8795865" y="4165412"/>
            <a:ext cx="711377" cy="360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Graphic 52" descr="Envelope with solid fill">
            <a:extLst>
              <a:ext uri="{FF2B5EF4-FFF2-40B4-BE49-F238E27FC236}">
                <a16:creationId xmlns:a16="http://schemas.microsoft.com/office/drawing/2014/main" id="{FF52AE97-34E1-044E-6F8E-0052916FC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0636" y="3746745"/>
            <a:ext cx="688743" cy="688743"/>
          </a:xfrm>
          <a:prstGeom prst="rect">
            <a:avLst/>
          </a:prstGeom>
        </p:spPr>
      </p:pic>
      <p:pic>
        <p:nvPicPr>
          <p:cNvPr id="55" name="Graphic 54" descr="Gauge outline">
            <a:extLst>
              <a:ext uri="{FF2B5EF4-FFF2-40B4-BE49-F238E27FC236}">
                <a16:creationId xmlns:a16="http://schemas.microsoft.com/office/drawing/2014/main" id="{3B800504-1B83-5F7F-237D-19D79224A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7561" y="4235385"/>
            <a:ext cx="914400" cy="914400"/>
          </a:xfrm>
          <a:prstGeom prst="rect">
            <a:avLst/>
          </a:prstGeom>
        </p:spPr>
      </p:pic>
      <p:pic>
        <p:nvPicPr>
          <p:cNvPr id="57" name="Graphic 56" descr="Document with solid fill">
            <a:extLst>
              <a:ext uri="{FF2B5EF4-FFF2-40B4-BE49-F238E27FC236}">
                <a16:creationId xmlns:a16="http://schemas.microsoft.com/office/drawing/2014/main" id="{6C2C4B4D-63A8-AFFB-B7CF-2EA9BE6E24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78160" y="4416726"/>
            <a:ext cx="593973" cy="59397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D4E4205-ABBE-6279-2C73-93A847E0EFE0}"/>
              </a:ext>
            </a:extLst>
          </p:cNvPr>
          <p:cNvSpPr txBox="1"/>
          <p:nvPr/>
        </p:nvSpPr>
        <p:spPr>
          <a:xfrm>
            <a:off x="10585194" y="3974772"/>
            <a:ext cx="1319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Direct Email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3D2ADE-3D6E-CB9C-C168-E7FDAC20BBC6}"/>
              </a:ext>
            </a:extLst>
          </p:cNvPr>
          <p:cNvSpPr txBox="1"/>
          <p:nvPr/>
        </p:nvSpPr>
        <p:spPr>
          <a:xfrm>
            <a:off x="10542597" y="3148822"/>
            <a:ext cx="1319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User Access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6E94BC-AC86-76E3-0054-F866D9186EFA}"/>
              </a:ext>
            </a:extLst>
          </p:cNvPr>
          <p:cNvSpPr txBox="1"/>
          <p:nvPr/>
        </p:nvSpPr>
        <p:spPr>
          <a:xfrm>
            <a:off x="9766924" y="5053130"/>
            <a:ext cx="19513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Dashboard and Reporting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A25F0FC-40CC-2530-AE7A-953B5E38048E}"/>
              </a:ext>
            </a:extLst>
          </p:cNvPr>
          <p:cNvCxnSpPr>
            <a:cxnSpLocks/>
          </p:cNvCxnSpPr>
          <p:nvPr/>
        </p:nvCxnSpPr>
        <p:spPr>
          <a:xfrm flipH="1" flipV="1">
            <a:off x="4512542" y="4435488"/>
            <a:ext cx="264480" cy="480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BDBF93-1B9A-72DB-A184-2774F32EC3D2}"/>
              </a:ext>
            </a:extLst>
          </p:cNvPr>
          <p:cNvCxnSpPr>
            <a:cxnSpLocks/>
          </p:cNvCxnSpPr>
          <p:nvPr/>
        </p:nvCxnSpPr>
        <p:spPr>
          <a:xfrm flipV="1">
            <a:off x="5323091" y="4285322"/>
            <a:ext cx="772909" cy="631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5CE3177-820B-AD4F-4026-A563DF5A8A7E}"/>
              </a:ext>
            </a:extLst>
          </p:cNvPr>
          <p:cNvSpPr txBox="1"/>
          <p:nvPr/>
        </p:nvSpPr>
        <p:spPr>
          <a:xfrm>
            <a:off x="2645723" y="3442839"/>
            <a:ext cx="1185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Batched Trigger: New Data Only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A18896-EF06-9CE7-2690-CC26E2CA7CFD}"/>
              </a:ext>
            </a:extLst>
          </p:cNvPr>
          <p:cNvSpPr txBox="1"/>
          <p:nvPr/>
        </p:nvSpPr>
        <p:spPr>
          <a:xfrm>
            <a:off x="-62287" y="3638991"/>
            <a:ext cx="1333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Sales Data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C7A7FE-9A4E-1054-53F8-8877CB912CDE}"/>
              </a:ext>
            </a:extLst>
          </p:cNvPr>
          <p:cNvSpPr txBox="1"/>
          <p:nvPr/>
        </p:nvSpPr>
        <p:spPr>
          <a:xfrm>
            <a:off x="2952121" y="6294328"/>
            <a:ext cx="5514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pending requirements and funding approval</a:t>
            </a:r>
          </a:p>
        </p:txBody>
      </p:sp>
    </p:spTree>
    <p:extLst>
      <p:ext uri="{BB962C8B-B14F-4D97-AF65-F5344CB8AC3E}">
        <p14:creationId xmlns:p14="http://schemas.microsoft.com/office/powerpoint/2010/main" val="2659318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01DF4-7DBF-BADB-B675-44669A83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Discussion/Data Enhancement/Services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4F8B9-8828-7CBB-ACD0-FC1A9A035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Refinement of the data and model are required to improve model performance</a:t>
            </a:r>
          </a:p>
          <a:p>
            <a:r>
              <a:rPr lang="en-US" dirty="0"/>
              <a:t>Data Enhancement </a:t>
            </a:r>
          </a:p>
          <a:p>
            <a:pPr lvl="1"/>
            <a:r>
              <a:rPr lang="en-US" dirty="0"/>
              <a:t>Additional data context: Definitions of all columns</a:t>
            </a:r>
          </a:p>
          <a:p>
            <a:pPr lvl="1"/>
            <a:r>
              <a:rPr lang="en-US" dirty="0"/>
              <a:t>Time-based source: Capture changes over time</a:t>
            </a:r>
          </a:p>
          <a:p>
            <a:pPr lvl="1"/>
            <a:r>
              <a:rPr lang="en-US" dirty="0"/>
              <a:t>Engagement methods and history of each client</a:t>
            </a:r>
          </a:p>
          <a:p>
            <a:r>
              <a:rPr lang="en-US" dirty="0"/>
              <a:t>Model Improvements</a:t>
            </a:r>
          </a:p>
          <a:p>
            <a:pPr lvl="1"/>
            <a:r>
              <a:rPr lang="en-US" dirty="0"/>
              <a:t>Additional model test and feature engineering recommended for optimizing performance</a:t>
            </a:r>
          </a:p>
          <a:p>
            <a:pPr lvl="1"/>
            <a:r>
              <a:rPr lang="en-US" dirty="0"/>
              <a:t>Continuous Improvement and post hoc analysis on missed opportunities to boost model performance</a:t>
            </a:r>
          </a:p>
          <a:p>
            <a:r>
              <a:rPr lang="en-US" dirty="0"/>
              <a:t>Agentic Implementations</a:t>
            </a:r>
          </a:p>
          <a:p>
            <a:pPr lvl="1"/>
            <a:r>
              <a:rPr lang="en-US" dirty="0"/>
              <a:t>Improving model prediction per client entry  with additional description of the entry could create customized engagement plans and set customer priorities.</a:t>
            </a:r>
          </a:p>
          <a:p>
            <a:pPr lvl="1"/>
            <a:r>
              <a:rPr lang="en-US" dirty="0"/>
              <a:t>Action Triggered off prediction model results 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4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501E9-5C3F-7004-71D3-2F69AD43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Accomplishments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7890B-D9EE-A106-1792-5AE0BC5CA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Accomplishments</a:t>
            </a:r>
          </a:p>
          <a:p>
            <a:r>
              <a:rPr lang="en-US" sz="2600" dirty="0"/>
              <a:t>Features were identified that contribute to determining sales predictions</a:t>
            </a:r>
          </a:p>
          <a:p>
            <a:pPr lvl="1"/>
            <a:r>
              <a:rPr lang="en-US" sz="2300" dirty="0"/>
              <a:t>Example: low values of the features provided prediction accuracy in for features i4 and i5</a:t>
            </a:r>
          </a:p>
          <a:p>
            <a:r>
              <a:rPr lang="en-US" sz="2600" dirty="0"/>
              <a:t>Created an initial machine learning model to generate a ~6.5% increase for identifying which customers are primed for a purchase</a:t>
            </a:r>
          </a:p>
          <a:p>
            <a:pPr lvl="1"/>
            <a:r>
              <a:rPr lang="en-US" sz="2300" dirty="0"/>
              <a:t>The proposed RandomForest model provided a robust prediction model that outperformed a baseline model</a:t>
            </a:r>
          </a:p>
          <a:p>
            <a:r>
              <a:rPr lang="en-US" dirty="0"/>
              <a:t>Deployed model sent as </a:t>
            </a:r>
            <a:r>
              <a:rPr lang="en-US" dirty="0" err="1"/>
              <a:t>Full_model.pkl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Next Steps</a:t>
            </a:r>
          </a:p>
          <a:p>
            <a:r>
              <a:rPr lang="en-US" sz="2600" dirty="0"/>
              <a:t>Identify ownership and requirements for a reporting system</a:t>
            </a:r>
          </a:p>
          <a:p>
            <a:r>
              <a:rPr lang="en-US" sz="2600" dirty="0"/>
              <a:t>Accept the proposed work of conducting data enhancement to improvement performance and create agent pipeline to triggered by the reporting system’s predictions. </a:t>
            </a:r>
          </a:p>
        </p:txBody>
      </p:sp>
    </p:spTree>
    <p:extLst>
      <p:ext uri="{BB962C8B-B14F-4D97-AF65-F5344CB8AC3E}">
        <p14:creationId xmlns:p14="http://schemas.microsoft.com/office/powerpoint/2010/main" val="3021887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2BD244-2C13-B876-32A9-42A9749A82B9}"/>
              </a:ext>
            </a:extLst>
          </p:cNvPr>
          <p:cNvSpPr txBox="1"/>
          <p:nvPr/>
        </p:nvSpPr>
        <p:spPr>
          <a:xfrm>
            <a:off x="5050971" y="2231572"/>
            <a:ext cx="4691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23976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77BF-B506-F195-95C4-47B2DC7E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DCAE88-C75D-E9B1-DDB9-6A29D2C06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080" y="137541"/>
            <a:ext cx="6492664" cy="56983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88786F-E00E-5CE6-C238-FE8438F0B37C}"/>
              </a:ext>
            </a:extLst>
          </p:cNvPr>
          <p:cNvSpPr txBox="1"/>
          <p:nvPr/>
        </p:nvSpPr>
        <p:spPr>
          <a:xfrm>
            <a:off x="6915912" y="3336544"/>
            <a:ext cx="51003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features are not normally distributed except n5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multimodal distributions indicating groupings.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Imbalanced classes show more ‘no sale’ samples mixed with the ‘sale’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N4 has dichotomous distribution with ‘sale’ observations around value ‘0’.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I5 and I4 appears to have lower values indicating ‘sale’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8C7B5A-2113-8954-A7E7-5FFE68A3155F}"/>
              </a:ext>
            </a:extLst>
          </p:cNvPr>
          <p:cNvSpPr txBox="1"/>
          <p:nvPr/>
        </p:nvSpPr>
        <p:spPr>
          <a:xfrm>
            <a:off x="7077386" y="640080"/>
            <a:ext cx="27615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contains pairwise scatter plots for each pair of continuous features.</a:t>
            </a:r>
          </a:p>
          <a:p>
            <a:r>
              <a:rPr lang="en-US" dirty="0"/>
              <a:t>Density Plots for the feature are presented along the diagonal.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193F06-8FAB-C642-42E9-6C5CC0C2B715}"/>
              </a:ext>
            </a:extLst>
          </p:cNvPr>
          <p:cNvSpPr txBox="1"/>
          <p:nvPr/>
        </p:nvSpPr>
        <p:spPr>
          <a:xfrm>
            <a:off x="243840" y="6108192"/>
            <a:ext cx="658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Continuous Features Scatter and Density Plots group by “Successful sale”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423C8B-A5CC-B494-D39B-468F3266F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490" y="137541"/>
            <a:ext cx="1159339" cy="79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8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9F7D-F607-4845-543A-B057A6F5F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E8AD70-DE4C-F447-1749-DD1B6ADCD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089" y="417207"/>
            <a:ext cx="6226695" cy="54134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05F741-DB0B-D764-A679-F99C3E922394}"/>
              </a:ext>
            </a:extLst>
          </p:cNvPr>
          <p:cNvSpPr txBox="1"/>
          <p:nvPr/>
        </p:nvSpPr>
        <p:spPr>
          <a:xfrm>
            <a:off x="7846412" y="2913888"/>
            <a:ext cx="412105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Setting c3 to ‘False’ captures the most sold samples but has a lot of ‘no sales’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c8 appears to be missing a lot of data due to the total amount of samples being less than the total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 Purchases were not as high as Apr and May purchases indication sales are coming around the “tax season”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Assistants (employment) has the most chances to purchase and made 25% of total purchases.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3FABC-AF1A-64C8-971A-4CAB9A667900}"/>
              </a:ext>
            </a:extLst>
          </p:cNvPr>
          <p:cNvSpPr txBox="1"/>
          <p:nvPr/>
        </p:nvSpPr>
        <p:spPr>
          <a:xfrm>
            <a:off x="7846412" y="985520"/>
            <a:ext cx="2231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depict each categorial variable and the variables count of purchases.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6EF0B9-33B8-CA30-69E9-F21816F5648F}"/>
              </a:ext>
            </a:extLst>
          </p:cNvPr>
          <p:cNvSpPr txBox="1"/>
          <p:nvPr/>
        </p:nvSpPr>
        <p:spPr>
          <a:xfrm>
            <a:off x="540512" y="6108192"/>
            <a:ext cx="629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Categorical Feature Bar Plots group by “Successful sale”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5B6417-5D1B-B777-31A0-7CC62391C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359" y="223871"/>
            <a:ext cx="1111111" cy="76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43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1227</TotalTime>
  <Words>1322</Words>
  <Application>Microsoft Office PowerPoint</Application>
  <PresentationFormat>Widescreen</PresentationFormat>
  <Paragraphs>267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Courier New</vt:lpstr>
      <vt:lpstr>Office Theme</vt:lpstr>
      <vt:lpstr>Nathan Wells             Project</vt:lpstr>
      <vt:lpstr>Exec Summary and Agenda</vt:lpstr>
      <vt:lpstr>Data and Assumptions</vt:lpstr>
      <vt:lpstr>Exploratory Analysis and Baseline</vt:lpstr>
      <vt:lpstr>Baseline Model Establishment</vt:lpstr>
      <vt:lpstr>Initial Model Results</vt:lpstr>
      <vt:lpstr>Model Cpomparisons</vt:lpstr>
      <vt:lpstr>Proposed Reporting Process</vt:lpstr>
      <vt:lpstr>Discussion/Data Enhancement/Services</vt:lpstr>
      <vt:lpstr>Accomplishments and Next Steps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Wells</dc:creator>
  <cp:lastModifiedBy>Nathan Wells</cp:lastModifiedBy>
  <cp:revision>221</cp:revision>
  <dcterms:created xsi:type="dcterms:W3CDTF">2026-09-03T20:53:49Z</dcterms:created>
  <dcterms:modified xsi:type="dcterms:W3CDTF">2026-09-08T17:39:14Z</dcterms:modified>
</cp:coreProperties>
</file>