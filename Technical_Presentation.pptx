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58" r:id="rId6"/>
    <p:sldId id="261" r:id="rId7"/>
    <p:sldId id="263" r:id="rId8"/>
    <p:sldId id="278" r:id="rId9"/>
    <p:sldId id="279" r:id="rId10"/>
    <p:sldId id="269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7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E31FA-A5CD-D21A-5FF8-4BAE4B10274E}" v="236" dt="2026-09-03T21:05:23.476"/>
    <p1510:client id="{50A375D2-AFD1-494B-9D13-3BA03D91D8ED}" v="24" dt="2026-09-04T19:29:18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6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Wells" userId="1773e0c03b1d2bf5" providerId="LiveId" clId="{D3655903-3B21-4B65-95D8-E7ED9C04EE67}"/>
    <pc:docChg chg="undo custSel addSld delSld modSld sldOrd">
      <pc:chgData name="Nathan Wells" userId="1773e0c03b1d2bf5" providerId="LiveId" clId="{D3655903-3B21-4B65-95D8-E7ED9C04EE67}" dt="2026-09-04T19:42:40.920" v="4048" actId="1076"/>
      <pc:docMkLst>
        <pc:docMk/>
      </pc:docMkLst>
      <pc:sldChg chg="addSp modSp mod">
        <pc:chgData name="Nathan Wells" userId="1773e0c03b1d2bf5" providerId="LiveId" clId="{D3655903-3B21-4B65-95D8-E7ED9C04EE67}" dt="2026-09-04T19:31:59.622" v="3835" actId="20577"/>
        <pc:sldMkLst>
          <pc:docMk/>
          <pc:sldMk cId="109857222" sldId="256"/>
        </pc:sldMkLst>
        <pc:spChg chg="mod">
          <ac:chgData name="Nathan Wells" userId="1773e0c03b1d2bf5" providerId="LiveId" clId="{D3655903-3B21-4B65-95D8-E7ED9C04EE67}" dt="2026-09-04T19:31:59.622" v="383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Nathan Wells" userId="1773e0c03b1d2bf5" providerId="LiveId" clId="{D3655903-3B21-4B65-95D8-E7ED9C04EE67}" dt="2026-09-04T19:31:43.373" v="3820" actId="6549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Nathan Wells" userId="1773e0c03b1d2bf5" providerId="LiveId" clId="{D3655903-3B21-4B65-95D8-E7ED9C04EE67}" dt="2026-09-04T19:31:48.666" v="3821" actId="1076"/>
          <ac:picMkLst>
            <pc:docMk/>
            <pc:sldMk cId="109857222" sldId="256"/>
            <ac:picMk id="5" creationId="{E2592FAB-0AB5-8879-C9EF-10FB5AFED8B1}"/>
          </ac:picMkLst>
        </pc:picChg>
      </pc:sldChg>
      <pc:sldChg chg="addSp delSp modSp mod chgLayout">
        <pc:chgData name="Nathan Wells" userId="1773e0c03b1d2bf5" providerId="LiveId" clId="{D3655903-3B21-4B65-95D8-E7ED9C04EE67}" dt="2026-09-04T19:42:40.920" v="4048" actId="1076"/>
        <pc:sldMkLst>
          <pc:docMk/>
          <pc:sldMk cId="1184136494" sldId="257"/>
        </pc:sldMkLst>
        <pc:spChg chg="mod ord">
          <ac:chgData name="Nathan Wells" userId="1773e0c03b1d2bf5" providerId="LiveId" clId="{D3655903-3B21-4B65-95D8-E7ED9C04EE67}" dt="2026-09-04T18:58:40.936" v="3313" actId="700"/>
          <ac:spMkLst>
            <pc:docMk/>
            <pc:sldMk cId="1184136494" sldId="257"/>
            <ac:spMk id="2" creationId="{24186B41-F7BE-7ADA-E5F6-4C456A832DF8}"/>
          </ac:spMkLst>
        </pc:spChg>
        <pc:spChg chg="del">
          <ac:chgData name="Nathan Wells" userId="1773e0c03b1d2bf5" providerId="LiveId" clId="{D3655903-3B21-4B65-95D8-E7ED9C04EE67}" dt="2026-09-04T18:58:24.436" v="3312" actId="478"/>
          <ac:spMkLst>
            <pc:docMk/>
            <pc:sldMk cId="1184136494" sldId="257"/>
            <ac:spMk id="3" creationId="{F29D38BA-6D0B-C0F6-B429-EFF238B005E2}"/>
          </ac:spMkLst>
        </pc:spChg>
        <pc:spChg chg="add mod ord">
          <ac:chgData name="Nathan Wells" userId="1773e0c03b1d2bf5" providerId="LiveId" clId="{D3655903-3B21-4B65-95D8-E7ED9C04EE67}" dt="2026-09-04T19:42:22.793" v="4046" actId="20577"/>
          <ac:spMkLst>
            <pc:docMk/>
            <pc:sldMk cId="1184136494" sldId="257"/>
            <ac:spMk id="4" creationId="{038D6584-9C0B-B0DD-CA79-C8B99EF7D2AB}"/>
          </ac:spMkLst>
        </pc:spChg>
        <pc:picChg chg="add mod">
          <ac:chgData name="Nathan Wells" userId="1773e0c03b1d2bf5" providerId="LiveId" clId="{D3655903-3B21-4B65-95D8-E7ED9C04EE67}" dt="2026-09-04T19:42:40.920" v="4048" actId="1076"/>
          <ac:picMkLst>
            <pc:docMk/>
            <pc:sldMk cId="1184136494" sldId="257"/>
            <ac:picMk id="6" creationId="{3F97F80D-8F03-8F06-45DB-EB5456383C12}"/>
          </ac:picMkLst>
        </pc:picChg>
      </pc:sldChg>
      <pc:sldChg chg="addSp delSp modSp mod">
        <pc:chgData name="Nathan Wells" userId="1773e0c03b1d2bf5" providerId="LiveId" clId="{D3655903-3B21-4B65-95D8-E7ED9C04EE67}" dt="2026-09-04T19:34:28.177" v="3853" actId="2"/>
        <pc:sldMkLst>
          <pc:docMk/>
          <pc:sldMk cId="3936925394" sldId="258"/>
        </pc:sldMkLst>
        <pc:spChg chg="mod">
          <ac:chgData name="Nathan Wells" userId="1773e0c03b1d2bf5" providerId="LiveId" clId="{D3655903-3B21-4B65-95D8-E7ED9C04EE67}" dt="2026-09-04T19:34:28.177" v="3853" actId="2"/>
          <ac:spMkLst>
            <pc:docMk/>
            <pc:sldMk cId="3936925394" sldId="258"/>
            <ac:spMk id="2" creationId="{7A6200D7-DD35-E884-6813-89020F82D04E}"/>
          </ac:spMkLst>
        </pc:spChg>
        <pc:spChg chg="del mod">
          <ac:chgData name="Nathan Wells" userId="1773e0c03b1d2bf5" providerId="LiveId" clId="{D3655903-3B21-4B65-95D8-E7ED9C04EE67}" dt="2026-09-04T15:20:40.586" v="312" actId="478"/>
          <ac:spMkLst>
            <pc:docMk/>
            <pc:sldMk cId="3936925394" sldId="258"/>
            <ac:spMk id="3" creationId="{577F4BA4-C7A4-15E2-B1D6-B39DC6527ED5}"/>
          </ac:spMkLst>
        </pc:spChg>
        <pc:spChg chg="add mod">
          <ac:chgData name="Nathan Wells" userId="1773e0c03b1d2bf5" providerId="LiveId" clId="{D3655903-3B21-4B65-95D8-E7ED9C04EE67}" dt="2026-09-04T15:38:43.982" v="1208" actId="14100"/>
          <ac:spMkLst>
            <pc:docMk/>
            <pc:sldMk cId="3936925394" sldId="258"/>
            <ac:spMk id="4" creationId="{99FB3B7C-E37A-C4C4-E2D7-0312C89379E2}"/>
          </ac:spMkLst>
        </pc:spChg>
        <pc:spChg chg="add mod">
          <ac:chgData name="Nathan Wells" userId="1773e0c03b1d2bf5" providerId="LiveId" clId="{D3655903-3B21-4B65-95D8-E7ED9C04EE67}" dt="2026-09-04T15:42:54.290" v="1257" actId="20577"/>
          <ac:spMkLst>
            <pc:docMk/>
            <pc:sldMk cId="3936925394" sldId="258"/>
            <ac:spMk id="6" creationId="{157AE881-5692-3580-7235-9852EB64DD35}"/>
          </ac:spMkLst>
        </pc:spChg>
        <pc:spChg chg="add del mod">
          <ac:chgData name="Nathan Wells" userId="1773e0c03b1d2bf5" providerId="LiveId" clId="{D3655903-3B21-4B65-95D8-E7ED9C04EE67}" dt="2026-09-04T15:30:06.469" v="508" actId="478"/>
          <ac:spMkLst>
            <pc:docMk/>
            <pc:sldMk cId="3936925394" sldId="258"/>
            <ac:spMk id="8" creationId="{C5444EDB-FF97-63D7-05BC-E77586B5A00B}"/>
          </ac:spMkLst>
        </pc:spChg>
        <pc:spChg chg="add del mod">
          <ac:chgData name="Nathan Wells" userId="1773e0c03b1d2bf5" providerId="LiveId" clId="{D3655903-3B21-4B65-95D8-E7ED9C04EE67}" dt="2026-09-04T15:33:58.627" v="707" actId="21"/>
          <ac:spMkLst>
            <pc:docMk/>
            <pc:sldMk cId="3936925394" sldId="258"/>
            <ac:spMk id="10" creationId="{5BB0C52D-98B5-5D9D-E224-DE5CB19ED4DF}"/>
          </ac:spMkLst>
        </pc:spChg>
        <pc:spChg chg="add del mod">
          <ac:chgData name="Nathan Wells" userId="1773e0c03b1d2bf5" providerId="LiveId" clId="{D3655903-3B21-4B65-95D8-E7ED9C04EE67}" dt="2026-09-04T15:33:58.627" v="707" actId="21"/>
          <ac:spMkLst>
            <pc:docMk/>
            <pc:sldMk cId="3936925394" sldId="258"/>
            <ac:spMk id="12" creationId="{217DED74-E9C8-8193-D923-752359F886D3}"/>
          </ac:spMkLst>
        </pc:spChg>
        <pc:spChg chg="add del mod">
          <ac:chgData name="Nathan Wells" userId="1773e0c03b1d2bf5" providerId="LiveId" clId="{D3655903-3B21-4B65-95D8-E7ED9C04EE67}" dt="2026-09-04T15:33:58.627" v="707" actId="21"/>
          <ac:spMkLst>
            <pc:docMk/>
            <pc:sldMk cId="3936925394" sldId="258"/>
            <ac:spMk id="14" creationId="{F0F8C1DA-14EA-3151-D45E-D31D30596296}"/>
          </ac:spMkLst>
        </pc:spChg>
        <pc:spChg chg="add mod">
          <ac:chgData name="Nathan Wells" userId="1773e0c03b1d2bf5" providerId="LiveId" clId="{D3655903-3B21-4B65-95D8-E7ED9C04EE67}" dt="2026-09-04T15:35:16.831" v="1094" actId="1037"/>
          <ac:spMkLst>
            <pc:docMk/>
            <pc:sldMk cId="3936925394" sldId="258"/>
            <ac:spMk id="16" creationId="{5E4963CA-5DE1-C4D0-993D-E2D0D1DA9983}"/>
          </ac:spMkLst>
        </pc:spChg>
        <pc:spChg chg="add mod">
          <ac:chgData name="Nathan Wells" userId="1773e0c03b1d2bf5" providerId="LiveId" clId="{D3655903-3B21-4B65-95D8-E7ED9C04EE67}" dt="2026-09-04T15:34:48.242" v="1016" actId="1035"/>
          <ac:spMkLst>
            <pc:docMk/>
            <pc:sldMk cId="3936925394" sldId="258"/>
            <ac:spMk id="18" creationId="{C62EF13E-16A4-605F-8D22-69C067E12889}"/>
          </ac:spMkLst>
        </pc:spChg>
        <pc:spChg chg="add del mod">
          <ac:chgData name="Nathan Wells" userId="1773e0c03b1d2bf5" providerId="LiveId" clId="{D3655903-3B21-4B65-95D8-E7ED9C04EE67}" dt="2026-09-04T15:33:58.627" v="707" actId="21"/>
          <ac:spMkLst>
            <pc:docMk/>
            <pc:sldMk cId="3936925394" sldId="258"/>
            <ac:spMk id="20" creationId="{B9A0F46D-06FC-165D-6D7D-CA3FC9B20641}"/>
          </ac:spMkLst>
        </pc:spChg>
        <pc:spChg chg="add mod">
          <ac:chgData name="Nathan Wells" userId="1773e0c03b1d2bf5" providerId="LiveId" clId="{D3655903-3B21-4B65-95D8-E7ED9C04EE67}" dt="2026-09-04T15:46:12.864" v="1280" actId="1037"/>
          <ac:spMkLst>
            <pc:docMk/>
            <pc:sldMk cId="3936925394" sldId="258"/>
            <ac:spMk id="22" creationId="{0480729E-7005-3473-29C5-4E426C17C585}"/>
          </ac:spMkLst>
        </pc:spChg>
        <pc:spChg chg="add mod">
          <ac:chgData name="Nathan Wells" userId="1773e0c03b1d2bf5" providerId="LiveId" clId="{D3655903-3B21-4B65-95D8-E7ED9C04EE67}" dt="2026-09-04T15:41:07.367" v="1242" actId="14100"/>
          <ac:spMkLst>
            <pc:docMk/>
            <pc:sldMk cId="3936925394" sldId="258"/>
            <ac:spMk id="24" creationId="{2E78AF49-DEAD-54A7-B962-18BD21EEE4D7}"/>
          </ac:spMkLst>
        </pc:spChg>
        <pc:spChg chg="add mod">
          <ac:chgData name="Nathan Wells" userId="1773e0c03b1d2bf5" providerId="LiveId" clId="{D3655903-3B21-4B65-95D8-E7ED9C04EE67}" dt="2026-09-04T15:38:22.424" v="1202" actId="14100"/>
          <ac:spMkLst>
            <pc:docMk/>
            <pc:sldMk cId="3936925394" sldId="258"/>
            <ac:spMk id="26" creationId="{80478043-512E-7B21-01DC-1563F35EBF22}"/>
          </ac:spMkLst>
        </pc:spChg>
        <pc:spChg chg="add mod">
          <ac:chgData name="Nathan Wells" userId="1773e0c03b1d2bf5" providerId="LiveId" clId="{D3655903-3B21-4B65-95D8-E7ED9C04EE67}" dt="2026-09-04T15:38:39.761" v="1207" actId="14100"/>
          <ac:spMkLst>
            <pc:docMk/>
            <pc:sldMk cId="3936925394" sldId="258"/>
            <ac:spMk id="28" creationId="{01BF94DD-F930-92B3-8B61-5030A48BADB8}"/>
          </ac:spMkLst>
        </pc:spChg>
        <pc:spChg chg="add del">
          <ac:chgData name="Nathan Wells" userId="1773e0c03b1d2bf5" providerId="LiveId" clId="{D3655903-3B21-4B65-95D8-E7ED9C04EE67}" dt="2026-09-04T15:40:26.755" v="1233" actId="11529"/>
          <ac:spMkLst>
            <pc:docMk/>
            <pc:sldMk cId="3936925394" sldId="258"/>
            <ac:spMk id="61" creationId="{A767843D-D510-2CB3-9CD1-CD4F785BC2CB}"/>
          </ac:spMkLst>
        </pc:spChg>
        <pc:spChg chg="add mod">
          <ac:chgData name="Nathan Wells" userId="1773e0c03b1d2bf5" providerId="LiveId" clId="{D3655903-3B21-4B65-95D8-E7ED9C04EE67}" dt="2026-09-04T16:42:34.774" v="2090" actId="1076"/>
          <ac:spMkLst>
            <pc:docMk/>
            <pc:sldMk cId="3936925394" sldId="258"/>
            <ac:spMk id="88" creationId="{D31DF688-B618-DDFC-EB18-70B7071E137F}"/>
          </ac:spMkLst>
        </pc:spChg>
        <pc:graphicFrameChg chg="add mod modGraphic">
          <ac:chgData name="Nathan Wells" userId="1773e0c03b1d2bf5" providerId="LiveId" clId="{D3655903-3B21-4B65-95D8-E7ED9C04EE67}" dt="2026-09-04T15:42:49.086" v="1256" actId="1076"/>
          <ac:graphicFrameMkLst>
            <pc:docMk/>
            <pc:sldMk cId="3936925394" sldId="258"/>
            <ac:graphicFrameMk id="73" creationId="{3F93DF8D-CC75-43C6-6557-6E82FE8217D5}"/>
          </ac:graphicFrameMkLst>
        </pc:graphicFrameChg>
        <pc:graphicFrameChg chg="add mod modGraphic">
          <ac:chgData name="Nathan Wells" userId="1773e0c03b1d2bf5" providerId="LiveId" clId="{D3655903-3B21-4B65-95D8-E7ED9C04EE67}" dt="2026-09-04T15:44:01.649" v="1264" actId="1076"/>
          <ac:graphicFrameMkLst>
            <pc:docMk/>
            <pc:sldMk cId="3936925394" sldId="258"/>
            <ac:graphicFrameMk id="75" creationId="{C896D98F-25E0-9150-F67F-B51DC9473DE4}"/>
          </ac:graphicFrameMkLst>
        </pc:graphicFrameChg>
        <pc:graphicFrameChg chg="add mod modGraphic">
          <ac:chgData name="Nathan Wells" userId="1773e0c03b1d2bf5" providerId="LiveId" clId="{D3655903-3B21-4B65-95D8-E7ED9C04EE67}" dt="2026-09-04T16:39:20.705" v="2033" actId="1076"/>
          <ac:graphicFrameMkLst>
            <pc:docMk/>
            <pc:sldMk cId="3936925394" sldId="258"/>
            <ac:graphicFrameMk id="79" creationId="{2DB75980-A0A2-B817-C78A-F70DC1CCEABE}"/>
          </ac:graphicFrameMkLst>
        </pc:graphicFrameChg>
        <pc:graphicFrameChg chg="add mod modGraphic">
          <ac:chgData name="Nathan Wells" userId="1773e0c03b1d2bf5" providerId="LiveId" clId="{D3655903-3B21-4B65-95D8-E7ED9C04EE67}" dt="2026-09-04T16:39:38.381" v="2036" actId="1076"/>
          <ac:graphicFrameMkLst>
            <pc:docMk/>
            <pc:sldMk cId="3936925394" sldId="258"/>
            <ac:graphicFrameMk id="81" creationId="{6B2E9E7B-7DF7-798D-CAB3-7534E1C56F86}"/>
          </ac:graphicFrameMkLst>
        </pc:graphicFrameChg>
        <pc:graphicFrameChg chg="add mod modGraphic">
          <ac:chgData name="Nathan Wells" userId="1773e0c03b1d2bf5" providerId="LiveId" clId="{D3655903-3B21-4B65-95D8-E7ED9C04EE67}" dt="2026-09-04T16:39:52.645" v="2041" actId="1076"/>
          <ac:graphicFrameMkLst>
            <pc:docMk/>
            <pc:sldMk cId="3936925394" sldId="258"/>
            <ac:graphicFrameMk id="83" creationId="{BF845985-7694-78D9-FFC0-DED8D62C97A5}"/>
          </ac:graphicFrameMkLst>
        </pc:graphicFrameChg>
        <pc:graphicFrameChg chg="add mod modGraphic">
          <ac:chgData name="Nathan Wells" userId="1773e0c03b1d2bf5" providerId="LiveId" clId="{D3655903-3B21-4B65-95D8-E7ED9C04EE67}" dt="2026-09-04T16:41:47.860" v="2051" actId="1076"/>
          <ac:graphicFrameMkLst>
            <pc:docMk/>
            <pc:sldMk cId="3936925394" sldId="258"/>
            <ac:graphicFrameMk id="85" creationId="{E07DDA4E-03AC-10E8-845D-59C04B7A8F42}"/>
          </ac:graphicFrameMkLst>
        </pc:graphicFrameChg>
        <pc:graphicFrameChg chg="add mod modGraphic">
          <ac:chgData name="Nathan Wells" userId="1773e0c03b1d2bf5" providerId="LiveId" clId="{D3655903-3B21-4B65-95D8-E7ED9C04EE67}" dt="2026-09-04T16:42:03.433" v="2055" actId="1076"/>
          <ac:graphicFrameMkLst>
            <pc:docMk/>
            <pc:sldMk cId="3936925394" sldId="258"/>
            <ac:graphicFrameMk id="87" creationId="{654909E9-AB5E-E274-65A6-92493F524DFC}"/>
          </ac:graphicFrameMkLst>
        </pc:graphicFrameChg>
        <pc:picChg chg="add del">
          <ac:chgData name="Nathan Wells" userId="1773e0c03b1d2bf5" providerId="LiveId" clId="{D3655903-3B21-4B65-95D8-E7ED9C04EE67}" dt="2026-09-04T15:51:40.608" v="1289" actId="21"/>
          <ac:picMkLst>
            <pc:docMk/>
            <pc:sldMk cId="3936925394" sldId="258"/>
            <ac:picMk id="77" creationId="{8DCC472E-D7E4-856D-BABF-3D038B09A491}"/>
          </ac:picMkLst>
        </pc:picChg>
        <pc:cxnChg chg="add mod">
          <ac:chgData name="Nathan Wells" userId="1773e0c03b1d2bf5" providerId="LiveId" clId="{D3655903-3B21-4B65-95D8-E7ED9C04EE67}" dt="2026-09-04T15:38:43.982" v="1208" actId="14100"/>
          <ac:cxnSpMkLst>
            <pc:docMk/>
            <pc:sldMk cId="3936925394" sldId="258"/>
            <ac:cxnSpMk id="30" creationId="{19A8FAF9-CFD2-B44C-756C-4A7E588BCE29}"/>
          </ac:cxnSpMkLst>
        </pc:cxnChg>
        <pc:cxnChg chg="add mod">
          <ac:chgData name="Nathan Wells" userId="1773e0c03b1d2bf5" providerId="LiveId" clId="{D3655903-3B21-4B65-95D8-E7ED9C04EE67}" dt="2026-09-04T15:36:24.686" v="1176" actId="14100"/>
          <ac:cxnSpMkLst>
            <pc:docMk/>
            <pc:sldMk cId="3936925394" sldId="258"/>
            <ac:cxnSpMk id="31" creationId="{7820EDF4-B943-66FA-DA22-BC9B428D7BF4}"/>
          </ac:cxnSpMkLst>
        </pc:cxnChg>
        <pc:cxnChg chg="add mod">
          <ac:chgData name="Nathan Wells" userId="1773e0c03b1d2bf5" providerId="LiveId" clId="{D3655903-3B21-4B65-95D8-E7ED9C04EE67}" dt="2026-09-04T15:36:34.394" v="1179" actId="14100"/>
          <ac:cxnSpMkLst>
            <pc:docMk/>
            <pc:sldMk cId="3936925394" sldId="258"/>
            <ac:cxnSpMk id="33" creationId="{FFAFCD72-F7A0-EC96-D125-595628B32C24}"/>
          </ac:cxnSpMkLst>
        </pc:cxnChg>
        <pc:cxnChg chg="add del mod">
          <ac:chgData name="Nathan Wells" userId="1773e0c03b1d2bf5" providerId="LiveId" clId="{D3655903-3B21-4B65-95D8-E7ED9C04EE67}" dt="2026-09-04T15:36:49.380" v="1181" actId="478"/>
          <ac:cxnSpMkLst>
            <pc:docMk/>
            <pc:sldMk cId="3936925394" sldId="258"/>
            <ac:cxnSpMk id="36" creationId="{2CBA5760-DEFD-7678-F3B1-E47504A6987A}"/>
          </ac:cxnSpMkLst>
        </pc:cxnChg>
        <pc:cxnChg chg="add del mod">
          <ac:chgData name="Nathan Wells" userId="1773e0c03b1d2bf5" providerId="LiveId" clId="{D3655903-3B21-4B65-95D8-E7ED9C04EE67}" dt="2026-09-04T15:37:35.023" v="1188" actId="478"/>
          <ac:cxnSpMkLst>
            <pc:docMk/>
            <pc:sldMk cId="3936925394" sldId="258"/>
            <ac:cxnSpMk id="38" creationId="{2FD56630-B0B5-ABEC-EE88-55B80F5EB8C8}"/>
          </ac:cxnSpMkLst>
        </pc:cxnChg>
        <pc:cxnChg chg="add del mod">
          <ac:chgData name="Nathan Wells" userId="1773e0c03b1d2bf5" providerId="LiveId" clId="{D3655903-3B21-4B65-95D8-E7ED9C04EE67}" dt="2026-09-04T15:37:26.492" v="1187" actId="478"/>
          <ac:cxnSpMkLst>
            <pc:docMk/>
            <pc:sldMk cId="3936925394" sldId="258"/>
            <ac:cxnSpMk id="40" creationId="{AD4C0F64-FC63-122E-CFD4-2C95C700665D}"/>
          </ac:cxnSpMkLst>
        </pc:cxnChg>
        <pc:cxnChg chg="add mod">
          <ac:chgData name="Nathan Wells" userId="1773e0c03b1d2bf5" providerId="LiveId" clId="{D3655903-3B21-4B65-95D8-E7ED9C04EE67}" dt="2026-09-04T15:46:12.864" v="1280" actId="1037"/>
          <ac:cxnSpMkLst>
            <pc:docMk/>
            <pc:sldMk cId="3936925394" sldId="258"/>
            <ac:cxnSpMk id="43" creationId="{13F8F091-849C-690D-BF5A-1E08525F2193}"/>
          </ac:cxnSpMkLst>
        </pc:cxnChg>
        <pc:cxnChg chg="add mod">
          <ac:chgData name="Nathan Wells" userId="1773e0c03b1d2bf5" providerId="LiveId" clId="{D3655903-3B21-4B65-95D8-E7ED9C04EE67}" dt="2026-09-04T15:46:12.864" v="1280" actId="1037"/>
          <ac:cxnSpMkLst>
            <pc:docMk/>
            <pc:sldMk cId="3936925394" sldId="258"/>
            <ac:cxnSpMk id="46" creationId="{75189961-1E96-B516-C036-A57272BF74BC}"/>
          </ac:cxnSpMkLst>
        </pc:cxnChg>
        <pc:cxnChg chg="add mod">
          <ac:chgData name="Nathan Wells" userId="1773e0c03b1d2bf5" providerId="LiveId" clId="{D3655903-3B21-4B65-95D8-E7ED9C04EE67}" dt="2026-09-04T15:41:07.367" v="1242" actId="14100"/>
          <ac:cxnSpMkLst>
            <pc:docMk/>
            <pc:sldMk cId="3936925394" sldId="258"/>
            <ac:cxnSpMk id="49" creationId="{CADC3B9F-20BF-D0AE-24B4-52C0AD8CA30C}"/>
          </ac:cxnSpMkLst>
        </pc:cxnChg>
        <pc:cxnChg chg="add mod">
          <ac:chgData name="Nathan Wells" userId="1773e0c03b1d2bf5" providerId="LiveId" clId="{D3655903-3B21-4B65-95D8-E7ED9C04EE67}" dt="2026-09-04T15:39:21.913" v="1221" actId="1076"/>
          <ac:cxnSpMkLst>
            <pc:docMk/>
            <pc:sldMk cId="3936925394" sldId="258"/>
            <ac:cxnSpMk id="51" creationId="{9586C423-6435-0EDE-1507-41F3682DE12B}"/>
          </ac:cxnSpMkLst>
        </pc:cxnChg>
        <pc:cxnChg chg="add del mod">
          <ac:chgData name="Nathan Wells" userId="1773e0c03b1d2bf5" providerId="LiveId" clId="{D3655903-3B21-4B65-95D8-E7ED9C04EE67}" dt="2026-09-04T15:39:29.437" v="1224" actId="478"/>
          <ac:cxnSpMkLst>
            <pc:docMk/>
            <pc:sldMk cId="3936925394" sldId="258"/>
            <ac:cxnSpMk id="52" creationId="{98B528C0-E190-B2A2-589A-79520149BC38}"/>
          </ac:cxnSpMkLst>
        </pc:cxnChg>
        <pc:cxnChg chg="add del mod">
          <ac:chgData name="Nathan Wells" userId="1773e0c03b1d2bf5" providerId="LiveId" clId="{D3655903-3B21-4B65-95D8-E7ED9C04EE67}" dt="2026-09-04T15:39:47.401" v="1227" actId="478"/>
          <ac:cxnSpMkLst>
            <pc:docMk/>
            <pc:sldMk cId="3936925394" sldId="258"/>
            <ac:cxnSpMk id="54" creationId="{A5D76B71-AA29-76FB-B7E5-A9BE0D36F446}"/>
          </ac:cxnSpMkLst>
        </pc:cxnChg>
        <pc:cxnChg chg="add">
          <ac:chgData name="Nathan Wells" userId="1773e0c03b1d2bf5" providerId="LiveId" clId="{D3655903-3B21-4B65-95D8-E7ED9C04EE67}" dt="2026-09-04T15:39:55.071" v="1228" actId="11529"/>
          <ac:cxnSpMkLst>
            <pc:docMk/>
            <pc:sldMk cId="3936925394" sldId="258"/>
            <ac:cxnSpMk id="56" creationId="{B6461943-2FF1-AFE5-3BDF-1AFCBE63830E}"/>
          </ac:cxnSpMkLst>
        </pc:cxnChg>
        <pc:cxnChg chg="add">
          <ac:chgData name="Nathan Wells" userId="1773e0c03b1d2bf5" providerId="LiveId" clId="{D3655903-3B21-4B65-95D8-E7ED9C04EE67}" dt="2026-09-04T15:40:01.127" v="1229" actId="11529"/>
          <ac:cxnSpMkLst>
            <pc:docMk/>
            <pc:sldMk cId="3936925394" sldId="258"/>
            <ac:cxnSpMk id="58" creationId="{1B772AE4-191B-4473-131E-0A6B96C550C3}"/>
          </ac:cxnSpMkLst>
        </pc:cxnChg>
        <pc:cxnChg chg="add">
          <ac:chgData name="Nathan Wells" userId="1773e0c03b1d2bf5" providerId="LiveId" clId="{D3655903-3B21-4B65-95D8-E7ED9C04EE67}" dt="2026-09-04T15:40:05.626" v="1230" actId="11529"/>
          <ac:cxnSpMkLst>
            <pc:docMk/>
            <pc:sldMk cId="3936925394" sldId="258"/>
            <ac:cxnSpMk id="60" creationId="{B9E92A36-CF9B-729C-1AF9-DB539F12C5F8}"/>
          </ac:cxnSpMkLst>
        </pc:cxnChg>
        <pc:cxnChg chg="add del mod">
          <ac:chgData name="Nathan Wells" userId="1773e0c03b1d2bf5" providerId="LiveId" clId="{D3655903-3B21-4B65-95D8-E7ED9C04EE67}" dt="2026-09-04T15:49:47.702" v="1287" actId="478"/>
          <ac:cxnSpMkLst>
            <pc:docMk/>
            <pc:sldMk cId="3936925394" sldId="258"/>
            <ac:cxnSpMk id="63" creationId="{233739D2-B682-4CC9-50EE-5C42BB73ADA8}"/>
          </ac:cxnSpMkLst>
        </pc:cxnChg>
      </pc:sldChg>
      <pc:sldChg chg="modSp del mod">
        <pc:chgData name="Nathan Wells" userId="1773e0c03b1d2bf5" providerId="LiveId" clId="{D3655903-3B21-4B65-95D8-E7ED9C04EE67}" dt="2026-09-04T16:57:00.758" v="3255" actId="47"/>
        <pc:sldMkLst>
          <pc:docMk/>
          <pc:sldMk cId="1798477771" sldId="259"/>
        </pc:sldMkLst>
        <pc:spChg chg="mod">
          <ac:chgData name="Nathan Wells" userId="1773e0c03b1d2bf5" providerId="LiveId" clId="{D3655903-3B21-4B65-95D8-E7ED9C04EE67}" dt="2026-09-04T15:19:43.096" v="280" actId="20577"/>
          <ac:spMkLst>
            <pc:docMk/>
            <pc:sldMk cId="1798477771" sldId="259"/>
            <ac:spMk id="2" creationId="{1F824929-A2A7-AF47-B13E-51B7CCBDE3E7}"/>
          </ac:spMkLst>
        </pc:spChg>
      </pc:sldChg>
      <pc:sldChg chg="del">
        <pc:chgData name="Nathan Wells" userId="1773e0c03b1d2bf5" providerId="LiveId" clId="{D3655903-3B21-4B65-95D8-E7ED9C04EE67}" dt="2026-09-04T15:19:49.177" v="281" actId="47"/>
        <pc:sldMkLst>
          <pc:docMk/>
          <pc:sldMk cId="1164679593" sldId="260"/>
        </pc:sldMkLst>
      </pc:sldChg>
      <pc:sldChg chg="addSp modSp mod">
        <pc:chgData name="Nathan Wells" userId="1773e0c03b1d2bf5" providerId="LiveId" clId="{D3655903-3B21-4B65-95D8-E7ED9C04EE67}" dt="2026-09-04T16:02:46.311" v="1783" actId="1076"/>
        <pc:sldMkLst>
          <pc:docMk/>
          <pc:sldMk cId="1919077881" sldId="261"/>
        </pc:sldMkLst>
        <pc:spChg chg="mod">
          <ac:chgData name="Nathan Wells" userId="1773e0c03b1d2bf5" providerId="LiveId" clId="{D3655903-3B21-4B65-95D8-E7ED9C04EE67}" dt="2026-09-04T16:00:42.082" v="1583" actId="20577"/>
          <ac:spMkLst>
            <pc:docMk/>
            <pc:sldMk cId="1919077881" sldId="261"/>
            <ac:spMk id="2" creationId="{A525C710-EC40-D090-F07A-11102D96DAD8}"/>
          </ac:spMkLst>
        </pc:spChg>
        <pc:spChg chg="mod">
          <ac:chgData name="Nathan Wells" userId="1773e0c03b1d2bf5" providerId="LiveId" clId="{D3655903-3B21-4B65-95D8-E7ED9C04EE67}" dt="2026-09-04T16:01:49.306" v="1731" actId="14100"/>
          <ac:spMkLst>
            <pc:docMk/>
            <pc:sldMk cId="1919077881" sldId="261"/>
            <ac:spMk id="3" creationId="{927604F3-A40D-CC80-B7AB-A2DFAEE424B0}"/>
          </ac:spMkLst>
        </pc:spChg>
        <pc:spChg chg="add mod">
          <ac:chgData name="Nathan Wells" userId="1773e0c03b1d2bf5" providerId="LiveId" clId="{D3655903-3B21-4B65-95D8-E7ED9C04EE67}" dt="2026-09-04T16:01:59.415" v="1746" actId="1035"/>
          <ac:spMkLst>
            <pc:docMk/>
            <pc:sldMk cId="1919077881" sldId="261"/>
            <ac:spMk id="8" creationId="{A1FDE83A-DD27-AE22-0324-2217FA8EB1B6}"/>
          </ac:spMkLst>
        </pc:spChg>
        <pc:spChg chg="add mod">
          <ac:chgData name="Nathan Wells" userId="1773e0c03b1d2bf5" providerId="LiveId" clId="{D3655903-3B21-4B65-95D8-E7ED9C04EE67}" dt="2026-09-04T16:01:59.415" v="1746" actId="1035"/>
          <ac:spMkLst>
            <pc:docMk/>
            <pc:sldMk cId="1919077881" sldId="261"/>
            <ac:spMk id="10" creationId="{18934383-2376-6B69-C517-31C74261710F}"/>
          </ac:spMkLst>
        </pc:spChg>
        <pc:spChg chg="add mod">
          <ac:chgData name="Nathan Wells" userId="1773e0c03b1d2bf5" providerId="LiveId" clId="{D3655903-3B21-4B65-95D8-E7ED9C04EE67}" dt="2026-09-04T16:02:25.408" v="1780" actId="20577"/>
          <ac:spMkLst>
            <pc:docMk/>
            <pc:sldMk cId="1919077881" sldId="261"/>
            <ac:spMk id="13" creationId="{68485A1B-489D-0B70-1A35-B4B79488D3B1}"/>
          </ac:spMkLst>
        </pc:spChg>
        <pc:spChg chg="add mod">
          <ac:chgData name="Nathan Wells" userId="1773e0c03b1d2bf5" providerId="LiveId" clId="{D3655903-3B21-4B65-95D8-E7ED9C04EE67}" dt="2026-09-04T16:02:29.539" v="1782" actId="20577"/>
          <ac:spMkLst>
            <pc:docMk/>
            <pc:sldMk cId="1919077881" sldId="261"/>
            <ac:spMk id="18" creationId="{9F999F53-2989-51BB-18DF-9FABCDBF1345}"/>
          </ac:spMkLst>
        </pc:spChg>
        <pc:spChg chg="add mod">
          <ac:chgData name="Nathan Wells" userId="1773e0c03b1d2bf5" providerId="LiveId" clId="{D3655903-3B21-4B65-95D8-E7ED9C04EE67}" dt="2026-09-04T16:01:10.790" v="1654" actId="20577"/>
          <ac:spMkLst>
            <pc:docMk/>
            <pc:sldMk cId="1919077881" sldId="261"/>
            <ac:spMk id="20" creationId="{E637DDD9-667C-9B50-8590-52BBE5D235E6}"/>
          </ac:spMkLst>
        </pc:spChg>
        <pc:spChg chg="add mod">
          <ac:chgData name="Nathan Wells" userId="1773e0c03b1d2bf5" providerId="LiveId" clId="{D3655903-3B21-4B65-95D8-E7ED9C04EE67}" dt="2026-09-04T16:01:43.245" v="1730" actId="14100"/>
          <ac:spMkLst>
            <pc:docMk/>
            <pc:sldMk cId="1919077881" sldId="261"/>
            <ac:spMk id="21" creationId="{63715937-A3FB-F996-13BC-AB18E4B088E0}"/>
          </ac:spMkLst>
        </pc:spChg>
        <pc:picChg chg="add mod">
          <ac:chgData name="Nathan Wells" userId="1773e0c03b1d2bf5" providerId="LiveId" clId="{D3655903-3B21-4B65-95D8-E7ED9C04EE67}" dt="2026-09-04T16:01:14.285" v="1655" actId="1076"/>
          <ac:picMkLst>
            <pc:docMk/>
            <pc:sldMk cId="1919077881" sldId="261"/>
            <ac:picMk id="5" creationId="{E166C618-F6BD-27A3-2DBC-C61F0EB9D834}"/>
          </ac:picMkLst>
        </pc:picChg>
        <pc:picChg chg="add mod">
          <ac:chgData name="Nathan Wells" userId="1773e0c03b1d2bf5" providerId="LiveId" clId="{D3655903-3B21-4B65-95D8-E7ED9C04EE67}" dt="2026-09-04T16:01:59.415" v="1746" actId="1035"/>
          <ac:picMkLst>
            <pc:docMk/>
            <pc:sldMk cId="1919077881" sldId="261"/>
            <ac:picMk id="7" creationId="{62EFBB39-6EBF-5762-A104-B0E97D59B1E7}"/>
          </ac:picMkLst>
        </pc:picChg>
        <pc:picChg chg="add mod">
          <ac:chgData name="Nathan Wells" userId="1773e0c03b1d2bf5" providerId="LiveId" clId="{D3655903-3B21-4B65-95D8-E7ED9C04EE67}" dt="2026-09-04T15:59:40.256" v="1521" actId="1076"/>
          <ac:picMkLst>
            <pc:docMk/>
            <pc:sldMk cId="1919077881" sldId="261"/>
            <ac:picMk id="17" creationId="{68583FF2-17B0-926E-0D5F-FDB59380372B}"/>
          </ac:picMkLst>
        </pc:picChg>
        <pc:cxnChg chg="add mod">
          <ac:chgData name="Nathan Wells" userId="1773e0c03b1d2bf5" providerId="LiveId" clId="{D3655903-3B21-4B65-95D8-E7ED9C04EE67}" dt="2026-09-04T16:01:59.415" v="1746" actId="1035"/>
          <ac:cxnSpMkLst>
            <pc:docMk/>
            <pc:sldMk cId="1919077881" sldId="261"/>
            <ac:cxnSpMk id="12" creationId="{FDEB0944-D619-728B-2E27-7089C79C6919}"/>
          </ac:cxnSpMkLst>
        </pc:cxnChg>
        <pc:cxnChg chg="add mod">
          <ac:chgData name="Nathan Wells" userId="1773e0c03b1d2bf5" providerId="LiveId" clId="{D3655903-3B21-4B65-95D8-E7ED9C04EE67}" dt="2026-09-04T16:02:46.311" v="1783" actId="1076"/>
          <ac:cxnSpMkLst>
            <pc:docMk/>
            <pc:sldMk cId="1919077881" sldId="261"/>
            <ac:cxnSpMk id="15" creationId="{70F08515-0853-841E-7637-A359F068A506}"/>
          </ac:cxnSpMkLst>
        </pc:cxnChg>
      </pc:sldChg>
      <pc:sldChg chg="del">
        <pc:chgData name="Nathan Wells" userId="1773e0c03b1d2bf5" providerId="LiveId" clId="{D3655903-3B21-4B65-95D8-E7ED9C04EE67}" dt="2026-09-04T15:20:12.292" v="311" actId="47"/>
        <pc:sldMkLst>
          <pc:docMk/>
          <pc:sldMk cId="1073430520" sldId="262"/>
        </pc:sldMkLst>
      </pc:sldChg>
      <pc:sldChg chg="addSp delSp modSp mod">
        <pc:chgData name="Nathan Wells" userId="1773e0c03b1d2bf5" providerId="LiveId" clId="{D3655903-3B21-4B65-95D8-E7ED9C04EE67}" dt="2026-09-04T16:52:28.509" v="2750" actId="313"/>
        <pc:sldMkLst>
          <pc:docMk/>
          <pc:sldMk cId="3482324415" sldId="263"/>
        </pc:sldMkLst>
        <pc:spChg chg="mod">
          <ac:chgData name="Nathan Wells" userId="1773e0c03b1d2bf5" providerId="LiveId" clId="{D3655903-3B21-4B65-95D8-E7ED9C04EE67}" dt="2026-09-04T16:51:07.403" v="2527" actId="20577"/>
          <ac:spMkLst>
            <pc:docMk/>
            <pc:sldMk cId="3482324415" sldId="263"/>
            <ac:spMk id="2" creationId="{E36DCBC7-1025-94E5-D56B-F3F9D22840E3}"/>
          </ac:spMkLst>
        </pc:spChg>
        <pc:spChg chg="del">
          <ac:chgData name="Nathan Wells" userId="1773e0c03b1d2bf5" providerId="LiveId" clId="{D3655903-3B21-4B65-95D8-E7ED9C04EE67}" dt="2026-09-04T16:02:55.095" v="1784" actId="478"/>
          <ac:spMkLst>
            <pc:docMk/>
            <pc:sldMk cId="3482324415" sldId="263"/>
            <ac:spMk id="3" creationId="{9ECB038F-3710-5A35-CD58-D0DBBE579A4F}"/>
          </ac:spMkLst>
        </pc:spChg>
        <pc:spChg chg="add del">
          <ac:chgData name="Nathan Wells" userId="1773e0c03b1d2bf5" providerId="LiveId" clId="{D3655903-3B21-4B65-95D8-E7ED9C04EE67}" dt="2026-09-04T16:22:44.240" v="1814" actId="478"/>
          <ac:spMkLst>
            <pc:docMk/>
            <pc:sldMk cId="3482324415" sldId="263"/>
            <ac:spMk id="14" creationId="{17D9AE82-2FFC-68F5-8CC6-5A3C97083F67}"/>
          </ac:spMkLst>
        </pc:spChg>
        <pc:spChg chg="add mod">
          <ac:chgData name="Nathan Wells" userId="1773e0c03b1d2bf5" providerId="LiveId" clId="{D3655903-3B21-4B65-95D8-E7ED9C04EE67}" dt="2026-09-04T16:51:17.170" v="2529" actId="1076"/>
          <ac:spMkLst>
            <pc:docMk/>
            <pc:sldMk cId="3482324415" sldId="263"/>
            <ac:spMk id="15" creationId="{9DC2B982-E632-749C-6C0B-CCDC30AEDDCE}"/>
          </ac:spMkLst>
        </pc:spChg>
        <pc:spChg chg="add mod">
          <ac:chgData name="Nathan Wells" userId="1773e0c03b1d2bf5" providerId="LiveId" clId="{D3655903-3B21-4B65-95D8-E7ED9C04EE67}" dt="2026-09-04T16:52:28.509" v="2750" actId="313"/>
          <ac:spMkLst>
            <pc:docMk/>
            <pc:sldMk cId="3482324415" sldId="263"/>
            <ac:spMk id="16" creationId="{6CEEC823-2FE0-1F2E-5525-B0729B015B92}"/>
          </ac:spMkLst>
        </pc:spChg>
        <pc:graphicFrameChg chg="add mod modGraphic">
          <ac:chgData name="Nathan Wells" userId="1773e0c03b1d2bf5" providerId="LiveId" clId="{D3655903-3B21-4B65-95D8-E7ED9C04EE67}" dt="2026-09-04T16:50:28.633" v="2486" actId="14100"/>
          <ac:graphicFrameMkLst>
            <pc:docMk/>
            <pc:sldMk cId="3482324415" sldId="263"/>
            <ac:graphicFrameMk id="11" creationId="{9C453616-2744-2743-1E48-CFAE309E0EE3}"/>
          </ac:graphicFrameMkLst>
        </pc:graphicFrameChg>
        <pc:graphicFrameChg chg="add mod modGraphic">
          <ac:chgData name="Nathan Wells" userId="1773e0c03b1d2bf5" providerId="LiveId" clId="{D3655903-3B21-4B65-95D8-E7ED9C04EE67}" dt="2026-09-04T16:50:28.633" v="2486" actId="14100"/>
          <ac:graphicFrameMkLst>
            <pc:docMk/>
            <pc:sldMk cId="3482324415" sldId="263"/>
            <ac:graphicFrameMk id="13" creationId="{CE9AAFA8-09C0-4232-156C-39D81E4397B2}"/>
          </ac:graphicFrameMkLst>
        </pc:graphicFrameChg>
        <pc:picChg chg="add del mod">
          <ac:chgData name="Nathan Wells" userId="1773e0c03b1d2bf5" providerId="LiveId" clId="{D3655903-3B21-4B65-95D8-E7ED9C04EE67}" dt="2026-09-04T16:19:38.803" v="1790" actId="478"/>
          <ac:picMkLst>
            <pc:docMk/>
            <pc:sldMk cId="3482324415" sldId="263"/>
            <ac:picMk id="5" creationId="{3BFE5D11-BCC1-254F-BE9B-44FA217604B5}"/>
          </ac:picMkLst>
        </pc:picChg>
        <pc:picChg chg="add mod">
          <ac:chgData name="Nathan Wells" userId="1773e0c03b1d2bf5" providerId="LiveId" clId="{D3655903-3B21-4B65-95D8-E7ED9C04EE67}" dt="2026-09-04T16:51:01.123" v="2515" actId="1076"/>
          <ac:picMkLst>
            <pc:docMk/>
            <pc:sldMk cId="3482324415" sldId="263"/>
            <ac:picMk id="7" creationId="{14DCC206-7AEE-8E1A-3F2A-7B1808C7F268}"/>
          </ac:picMkLst>
        </pc:picChg>
        <pc:picChg chg="add mod">
          <ac:chgData name="Nathan Wells" userId="1773e0c03b1d2bf5" providerId="LiveId" clId="{D3655903-3B21-4B65-95D8-E7ED9C04EE67}" dt="2026-09-04T16:51:03.178" v="2516" actId="1076"/>
          <ac:picMkLst>
            <pc:docMk/>
            <pc:sldMk cId="3482324415" sldId="263"/>
            <ac:picMk id="9" creationId="{757DA54B-2188-E174-4F5E-A0C33202C5EE}"/>
          </ac:picMkLst>
        </pc:picChg>
      </pc:sldChg>
      <pc:sldChg chg="modSp del mod">
        <pc:chgData name="Nathan Wells" userId="1773e0c03b1d2bf5" providerId="LiveId" clId="{D3655903-3B21-4B65-95D8-E7ED9C04EE67}" dt="2026-09-04T16:57:16.485" v="3259" actId="47"/>
        <pc:sldMkLst>
          <pc:docMk/>
          <pc:sldMk cId="1858200191" sldId="264"/>
        </pc:sldMkLst>
        <pc:spChg chg="mod">
          <ac:chgData name="Nathan Wells" userId="1773e0c03b1d2bf5" providerId="LiveId" clId="{D3655903-3B21-4B65-95D8-E7ED9C04EE67}" dt="2026-09-04T16:46:14.483" v="2100" actId="20577"/>
          <ac:spMkLst>
            <pc:docMk/>
            <pc:sldMk cId="1858200191" sldId="264"/>
            <ac:spMk id="2" creationId="{A9A63DAC-CE15-D398-772A-B50080EB46D8}"/>
          </ac:spMkLst>
        </pc:spChg>
        <pc:spChg chg="mod">
          <ac:chgData name="Nathan Wells" userId="1773e0c03b1d2bf5" providerId="LiveId" clId="{D3655903-3B21-4B65-95D8-E7ED9C04EE67}" dt="2026-09-04T16:46:21.857" v="2105" actId="20577"/>
          <ac:spMkLst>
            <pc:docMk/>
            <pc:sldMk cId="1858200191" sldId="264"/>
            <ac:spMk id="3" creationId="{E7B54461-1563-65A2-3D39-D4685AC72593}"/>
          </ac:spMkLst>
        </pc:spChg>
      </pc:sldChg>
      <pc:sldChg chg="addSp delSp modSp add mod">
        <pc:chgData name="Nathan Wells" userId="1773e0c03b1d2bf5" providerId="LiveId" clId="{D3655903-3B21-4B65-95D8-E7ED9C04EE67}" dt="2026-09-04T19:37:13.897" v="3858" actId="20577"/>
        <pc:sldMkLst>
          <pc:docMk/>
          <pc:sldMk cId="2704516942" sldId="265"/>
        </pc:sldMkLst>
        <pc:spChg chg="mod">
          <ac:chgData name="Nathan Wells" userId="1773e0c03b1d2bf5" providerId="LiveId" clId="{D3655903-3B21-4B65-95D8-E7ED9C04EE67}" dt="2026-09-04T19:37:13.897" v="3858" actId="20577"/>
          <ac:spMkLst>
            <pc:docMk/>
            <pc:sldMk cId="2704516942" sldId="265"/>
            <ac:spMk id="3" creationId="{2B454EF3-5257-79DE-817F-EB979B149A82}"/>
          </ac:spMkLst>
        </pc:spChg>
        <pc:picChg chg="add del mod">
          <ac:chgData name="Nathan Wells" userId="1773e0c03b1d2bf5" providerId="LiveId" clId="{D3655903-3B21-4B65-95D8-E7ED9C04EE67}" dt="2026-09-04T15:13:14.763" v="14" actId="21"/>
          <ac:picMkLst>
            <pc:docMk/>
            <pc:sldMk cId="2704516942" sldId="265"/>
            <ac:picMk id="5" creationId="{E9810C0A-B228-9E4E-D670-86FC2079667B}"/>
          </ac:picMkLst>
        </pc:picChg>
      </pc:sldChg>
      <pc:sldChg chg="addSp modSp add mod">
        <pc:chgData name="Nathan Wells" userId="1773e0c03b1d2bf5" providerId="LiveId" clId="{D3655903-3B21-4B65-95D8-E7ED9C04EE67}" dt="2026-09-04T19:34:23.815" v="3852" actId="313"/>
        <pc:sldMkLst>
          <pc:docMk/>
          <pc:sldMk cId="2717829832" sldId="266"/>
        </pc:sldMkLst>
        <pc:graphicFrameChg chg="mod modGraphic">
          <ac:chgData name="Nathan Wells" userId="1773e0c03b1d2bf5" providerId="LiveId" clId="{D3655903-3B21-4B65-95D8-E7ED9C04EE67}" dt="2026-09-04T16:44:26.167" v="2092" actId="27117"/>
          <ac:graphicFrameMkLst>
            <pc:docMk/>
            <pc:sldMk cId="2717829832" sldId="266"/>
            <ac:graphicFrameMk id="5" creationId="{DFA5C1A3-E85D-C79B-FBB2-369ACD8A5E1F}"/>
          </ac:graphicFrameMkLst>
        </pc:graphicFrameChg>
        <pc:graphicFrameChg chg="add mod modGraphic">
          <ac:chgData name="Nathan Wells" userId="1773e0c03b1d2bf5" providerId="LiveId" clId="{D3655903-3B21-4B65-95D8-E7ED9C04EE67}" dt="2026-09-04T16:44:31.512" v="2093" actId="27117"/>
          <ac:graphicFrameMkLst>
            <pc:docMk/>
            <pc:sldMk cId="2717829832" sldId="266"/>
            <ac:graphicFrameMk id="6" creationId="{9824DB50-5E89-7C05-5582-8E37359A28B9}"/>
          </ac:graphicFrameMkLst>
        </pc:graphicFrameChg>
        <pc:graphicFrameChg chg="mod modGraphic">
          <ac:chgData name="Nathan Wells" userId="1773e0c03b1d2bf5" providerId="LiveId" clId="{D3655903-3B21-4B65-95D8-E7ED9C04EE67}" dt="2026-09-04T16:44:14.260" v="2091" actId="27117"/>
          <ac:graphicFrameMkLst>
            <pc:docMk/>
            <pc:sldMk cId="2717829832" sldId="266"/>
            <ac:graphicFrameMk id="7" creationId="{B134ECAC-4115-46D9-3C61-CABB0EE9DD7D}"/>
          </ac:graphicFrameMkLst>
        </pc:graphicFrameChg>
        <pc:graphicFrameChg chg="modGraphic">
          <ac:chgData name="Nathan Wells" userId="1773e0c03b1d2bf5" providerId="LiveId" clId="{D3655903-3B21-4B65-95D8-E7ED9C04EE67}" dt="2026-09-04T19:34:23.815" v="3852" actId="313"/>
          <ac:graphicFrameMkLst>
            <pc:docMk/>
            <pc:sldMk cId="2717829832" sldId="266"/>
            <ac:graphicFrameMk id="10" creationId="{57F9C749-07A3-C309-5584-A4CEF53A4441}"/>
          </ac:graphicFrameMkLst>
        </pc:graphicFrameChg>
      </pc:sldChg>
      <pc:sldChg chg="add ord">
        <pc:chgData name="Nathan Wells" userId="1773e0c03b1d2bf5" providerId="LiveId" clId="{D3655903-3B21-4B65-95D8-E7ED9C04EE67}" dt="2026-09-04T16:45:23.739" v="2095"/>
        <pc:sldMkLst>
          <pc:docMk/>
          <pc:sldMk cId="145488463" sldId="267"/>
        </pc:sldMkLst>
      </pc:sldChg>
      <pc:sldChg chg="add ord">
        <pc:chgData name="Nathan Wells" userId="1773e0c03b1d2bf5" providerId="LiveId" clId="{D3655903-3B21-4B65-95D8-E7ED9C04EE67}" dt="2026-09-04T16:45:23.739" v="2095"/>
        <pc:sldMkLst>
          <pc:docMk/>
          <pc:sldMk cId="595343263" sldId="268"/>
        </pc:sldMkLst>
      </pc:sldChg>
      <pc:sldChg chg="addSp delSp modSp new mod ord">
        <pc:chgData name="Nathan Wells" userId="1773e0c03b1d2bf5" providerId="LiveId" clId="{D3655903-3B21-4B65-95D8-E7ED9C04EE67}" dt="2026-09-04T16:45:23.739" v="2095"/>
        <pc:sldMkLst>
          <pc:docMk/>
          <pc:sldMk cId="68446255" sldId="269"/>
        </pc:sldMkLst>
        <pc:spChg chg="add del">
          <ac:chgData name="Nathan Wells" userId="1773e0c03b1d2bf5" providerId="LiveId" clId="{D3655903-3B21-4B65-95D8-E7ED9C04EE67}" dt="2026-09-04T15:13:33.327" v="18" actId="478"/>
          <ac:spMkLst>
            <pc:docMk/>
            <pc:sldMk cId="68446255" sldId="269"/>
            <ac:spMk id="6" creationId="{6E224974-1228-A1F1-E0A8-C88337E9C9EA}"/>
          </ac:spMkLst>
        </pc:spChg>
        <pc:spChg chg="add mod">
          <ac:chgData name="Nathan Wells" userId="1773e0c03b1d2bf5" providerId="LiveId" clId="{D3655903-3B21-4B65-95D8-E7ED9C04EE67}" dt="2026-09-04T15:14:52.017" v="145" actId="20577"/>
          <ac:spMkLst>
            <pc:docMk/>
            <pc:sldMk cId="68446255" sldId="269"/>
            <ac:spMk id="7" creationId="{3E04A915-CA26-3BB8-AFD8-0AAC7EE4EA19}"/>
          </ac:spMkLst>
        </pc:spChg>
        <pc:picChg chg="add mod">
          <ac:chgData name="Nathan Wells" userId="1773e0c03b1d2bf5" providerId="LiveId" clId="{D3655903-3B21-4B65-95D8-E7ED9C04EE67}" dt="2026-09-04T15:16:12.373" v="148" actId="1076"/>
          <ac:picMkLst>
            <pc:docMk/>
            <pc:sldMk cId="68446255" sldId="269"/>
            <ac:picMk id="5" creationId="{4A28B82D-4F71-9875-D078-4664029D97C0}"/>
          </ac:picMkLst>
        </pc:picChg>
      </pc:sldChg>
      <pc:sldChg chg="addSp delSp modSp new mod ord">
        <pc:chgData name="Nathan Wells" userId="1773e0c03b1d2bf5" providerId="LiveId" clId="{D3655903-3B21-4B65-95D8-E7ED9C04EE67}" dt="2026-09-04T16:45:39.536" v="2097"/>
        <pc:sldMkLst>
          <pc:docMk/>
          <pc:sldMk cId="1471802947" sldId="270"/>
        </pc:sldMkLst>
        <pc:picChg chg="add del">
          <ac:chgData name="Nathan Wells" userId="1773e0c03b1d2bf5" providerId="LiveId" clId="{D3655903-3B21-4B65-95D8-E7ED9C04EE67}" dt="2026-09-04T15:42:15.561" v="1250" actId="478"/>
          <ac:picMkLst>
            <pc:docMk/>
            <pc:sldMk cId="1471802947" sldId="270"/>
            <ac:picMk id="5" creationId="{C80B642A-9911-4517-5A39-2FE7C5EA251F}"/>
          </ac:picMkLst>
        </pc:picChg>
        <pc:picChg chg="add mod">
          <ac:chgData name="Nathan Wells" userId="1773e0c03b1d2bf5" providerId="LiveId" clId="{D3655903-3B21-4B65-95D8-E7ED9C04EE67}" dt="2026-09-04T15:42:41.344" v="1253" actId="1076"/>
          <ac:picMkLst>
            <pc:docMk/>
            <pc:sldMk cId="1471802947" sldId="270"/>
            <ac:picMk id="7" creationId="{E9E9ABFD-506E-CC29-E4D4-9A90E973237D}"/>
          </ac:picMkLst>
        </pc:picChg>
      </pc:sldChg>
      <pc:sldChg chg="addSp modSp new mod ord">
        <pc:chgData name="Nathan Wells" userId="1773e0c03b1d2bf5" providerId="LiveId" clId="{D3655903-3B21-4B65-95D8-E7ED9C04EE67}" dt="2026-09-04T16:45:39.536" v="2097"/>
        <pc:sldMkLst>
          <pc:docMk/>
          <pc:sldMk cId="3344639358" sldId="271"/>
        </pc:sldMkLst>
        <pc:picChg chg="add mod">
          <ac:chgData name="Nathan Wells" userId="1773e0c03b1d2bf5" providerId="LiveId" clId="{D3655903-3B21-4B65-95D8-E7ED9C04EE67}" dt="2026-09-04T15:43:49.321" v="1259" actId="14100"/>
          <ac:picMkLst>
            <pc:docMk/>
            <pc:sldMk cId="3344639358" sldId="271"/>
            <ac:picMk id="5" creationId="{4334A489-CF7F-58F2-52B2-FCF94969AB39}"/>
          </ac:picMkLst>
        </pc:picChg>
      </pc:sldChg>
      <pc:sldChg chg="addSp modSp new mod ord">
        <pc:chgData name="Nathan Wells" userId="1773e0c03b1d2bf5" providerId="LiveId" clId="{D3655903-3B21-4B65-95D8-E7ED9C04EE67}" dt="2026-09-04T16:45:39.536" v="2097"/>
        <pc:sldMkLst>
          <pc:docMk/>
          <pc:sldMk cId="3394974166" sldId="272"/>
        </pc:sldMkLst>
        <pc:picChg chg="add mod">
          <ac:chgData name="Nathan Wells" userId="1773e0c03b1d2bf5" providerId="LiveId" clId="{D3655903-3B21-4B65-95D8-E7ED9C04EE67}" dt="2026-09-04T15:45:57.712" v="1268" actId="1076"/>
          <ac:picMkLst>
            <pc:docMk/>
            <pc:sldMk cId="3394974166" sldId="272"/>
            <ac:picMk id="5" creationId="{88C06DE0-890F-E437-B603-04FF0E3E9361}"/>
          </ac:picMkLst>
        </pc:picChg>
      </pc:sldChg>
      <pc:sldChg chg="addSp delSp modSp new mod ord">
        <pc:chgData name="Nathan Wells" userId="1773e0c03b1d2bf5" providerId="LiveId" clId="{D3655903-3B21-4B65-95D8-E7ED9C04EE67}" dt="2026-09-04T16:45:39.536" v="2097"/>
        <pc:sldMkLst>
          <pc:docMk/>
          <pc:sldMk cId="501161886" sldId="273"/>
        </pc:sldMkLst>
        <pc:spChg chg="del">
          <ac:chgData name="Nathan Wells" userId="1773e0c03b1d2bf5" providerId="LiveId" clId="{D3655903-3B21-4B65-95D8-E7ED9C04EE67}" dt="2026-09-04T15:47:49.534" v="1284" actId="22"/>
          <ac:spMkLst>
            <pc:docMk/>
            <pc:sldMk cId="501161886" sldId="273"/>
            <ac:spMk id="3" creationId="{4BFFAAA6-CE68-9B8E-4E4D-EA31B0F74414}"/>
          </ac:spMkLst>
        </pc:spChg>
        <pc:picChg chg="add mod">
          <ac:chgData name="Nathan Wells" userId="1773e0c03b1d2bf5" providerId="LiveId" clId="{D3655903-3B21-4B65-95D8-E7ED9C04EE67}" dt="2026-09-04T15:52:28.652" v="1296" actId="1076"/>
          <ac:picMkLst>
            <pc:docMk/>
            <pc:sldMk cId="501161886" sldId="273"/>
            <ac:picMk id="5" creationId="{8578E3B2-E9D5-27C5-55E9-3E8D695EE6AB}"/>
          </ac:picMkLst>
        </pc:picChg>
        <pc:picChg chg="add mod ord">
          <ac:chgData name="Nathan Wells" userId="1773e0c03b1d2bf5" providerId="LiveId" clId="{D3655903-3B21-4B65-95D8-E7ED9C04EE67}" dt="2026-09-04T15:52:28.652" v="1296" actId="1076"/>
          <ac:picMkLst>
            <pc:docMk/>
            <pc:sldMk cId="501161886" sldId="273"/>
            <ac:picMk id="7" creationId="{5D1FB524-51AA-6F15-E0DB-B2B18666E53D}"/>
          </ac:picMkLst>
        </pc:picChg>
      </pc:sldChg>
      <pc:sldChg chg="addSp new mod ord">
        <pc:chgData name="Nathan Wells" userId="1773e0c03b1d2bf5" providerId="LiveId" clId="{D3655903-3B21-4B65-95D8-E7ED9C04EE67}" dt="2026-09-04T16:45:39.536" v="2097"/>
        <pc:sldMkLst>
          <pc:docMk/>
          <pc:sldMk cId="1784599951" sldId="274"/>
        </pc:sldMkLst>
        <pc:picChg chg="add">
          <ac:chgData name="Nathan Wells" userId="1773e0c03b1d2bf5" providerId="LiveId" clId="{D3655903-3B21-4B65-95D8-E7ED9C04EE67}" dt="2026-09-04T15:49:28.229" v="1286" actId="22"/>
          <ac:picMkLst>
            <pc:docMk/>
            <pc:sldMk cId="1784599951" sldId="274"/>
            <ac:picMk id="5" creationId="{325A55C7-72C0-604C-9153-E704DCA26997}"/>
          </ac:picMkLst>
        </pc:picChg>
      </pc:sldChg>
      <pc:sldChg chg="addSp new mod ord">
        <pc:chgData name="Nathan Wells" userId="1773e0c03b1d2bf5" providerId="LiveId" clId="{D3655903-3B21-4B65-95D8-E7ED9C04EE67}" dt="2026-09-04T16:45:39.536" v="2097"/>
        <pc:sldMkLst>
          <pc:docMk/>
          <pc:sldMk cId="2390286816" sldId="275"/>
        </pc:sldMkLst>
        <pc:picChg chg="add">
          <ac:chgData name="Nathan Wells" userId="1773e0c03b1d2bf5" providerId="LiveId" clId="{D3655903-3B21-4B65-95D8-E7ED9C04EE67}" dt="2026-09-04T15:51:44.203" v="1290" actId="22"/>
          <ac:picMkLst>
            <pc:docMk/>
            <pc:sldMk cId="2390286816" sldId="275"/>
            <ac:picMk id="5" creationId="{C7D3F466-BEC2-B6EA-2FDA-4470B1E7CBCC}"/>
          </ac:picMkLst>
        </pc:picChg>
      </pc:sldChg>
      <pc:sldChg chg="add ord">
        <pc:chgData name="Nathan Wells" userId="1773e0c03b1d2bf5" providerId="LiveId" clId="{D3655903-3B21-4B65-95D8-E7ED9C04EE67}" dt="2026-09-04T16:45:58.393" v="2099"/>
        <pc:sldMkLst>
          <pc:docMk/>
          <pc:sldMk cId="2659318560" sldId="276"/>
        </pc:sldMkLst>
      </pc:sldChg>
      <pc:sldChg chg="addSp delSp modSp new mod ord">
        <pc:chgData name="Nathan Wells" userId="1773e0c03b1d2bf5" providerId="LiveId" clId="{D3655903-3B21-4B65-95D8-E7ED9C04EE67}" dt="2026-09-04T16:45:39.536" v="2097"/>
        <pc:sldMkLst>
          <pc:docMk/>
          <pc:sldMk cId="2687279356" sldId="277"/>
        </pc:sldMkLst>
        <pc:spChg chg="del">
          <ac:chgData name="Nathan Wells" userId="1773e0c03b1d2bf5" providerId="LiveId" clId="{D3655903-3B21-4B65-95D8-E7ED9C04EE67}" dt="2026-09-04T16:41:26.380" v="2043" actId="22"/>
          <ac:spMkLst>
            <pc:docMk/>
            <pc:sldMk cId="2687279356" sldId="277"/>
            <ac:spMk id="3" creationId="{E646762C-CFD5-279A-1BB3-D634EDC6F8B3}"/>
          </ac:spMkLst>
        </pc:spChg>
        <pc:picChg chg="add mod ord">
          <ac:chgData name="Nathan Wells" userId="1773e0c03b1d2bf5" providerId="LiveId" clId="{D3655903-3B21-4B65-95D8-E7ED9C04EE67}" dt="2026-09-04T16:41:36.914" v="2048" actId="1076"/>
          <ac:picMkLst>
            <pc:docMk/>
            <pc:sldMk cId="2687279356" sldId="277"/>
            <ac:picMk id="5" creationId="{277D7D81-57CA-20D1-C788-2F3C71ABCAF5}"/>
          </ac:picMkLst>
        </pc:picChg>
      </pc:sldChg>
      <pc:sldChg chg="modSp add mod">
        <pc:chgData name="Nathan Wells" userId="1773e0c03b1d2bf5" providerId="LiveId" clId="{D3655903-3B21-4B65-95D8-E7ED9C04EE67}" dt="2026-09-04T19:34:29.807" v="3854" actId="2"/>
        <pc:sldMkLst>
          <pc:docMk/>
          <pc:sldMk cId="114334546" sldId="278"/>
        </pc:sldMkLst>
        <pc:spChg chg="mod">
          <ac:chgData name="Nathan Wells" userId="1773e0c03b1d2bf5" providerId="LiveId" clId="{D3655903-3B21-4B65-95D8-E7ED9C04EE67}" dt="2026-09-04T19:34:29.807" v="3854" actId="2"/>
          <ac:spMkLst>
            <pc:docMk/>
            <pc:sldMk cId="114334546" sldId="278"/>
            <ac:spMk id="3" creationId="{5804F8B9-8828-7CBB-ACD0-FC1A9A035FEF}"/>
          </ac:spMkLst>
        </pc:spChg>
      </pc:sldChg>
      <pc:sldChg chg="addSp modSp new mod ord">
        <pc:chgData name="Nathan Wells" userId="1773e0c03b1d2bf5" providerId="LiveId" clId="{D3655903-3B21-4B65-95D8-E7ED9C04EE67}" dt="2026-09-04T16:57:46.710" v="3287" actId="403"/>
        <pc:sldMkLst>
          <pc:docMk/>
          <pc:sldMk cId="3550630209" sldId="279"/>
        </pc:sldMkLst>
        <pc:spChg chg="add mod">
          <ac:chgData name="Nathan Wells" userId="1773e0c03b1d2bf5" providerId="LiveId" clId="{D3655903-3B21-4B65-95D8-E7ED9C04EE67}" dt="2026-09-04T16:57:46.710" v="3287" actId="403"/>
          <ac:spMkLst>
            <pc:docMk/>
            <pc:sldMk cId="3550630209" sldId="279"/>
            <ac:spMk id="2" creationId="{3A8FA51C-7EAF-00F8-5758-4CD0CB3F49FB}"/>
          </ac:spMkLst>
        </pc:spChg>
      </pc:sldChg>
      <pc:sldChg chg="addSp delSp modSp new del mod">
        <pc:chgData name="Nathan Wells" userId="1773e0c03b1d2bf5" providerId="LiveId" clId="{D3655903-3B21-4B65-95D8-E7ED9C04EE67}" dt="2026-09-04T19:32:05.961" v="3836" actId="47"/>
        <pc:sldMkLst>
          <pc:docMk/>
          <pc:sldMk cId="3956164407" sldId="280"/>
        </pc:sldMkLst>
        <pc:spChg chg="del">
          <ac:chgData name="Nathan Wells" userId="1773e0c03b1d2bf5" providerId="LiveId" clId="{D3655903-3B21-4B65-95D8-E7ED9C04EE67}" dt="2026-09-04T19:29:18.548" v="3801"/>
          <ac:spMkLst>
            <pc:docMk/>
            <pc:sldMk cId="3956164407" sldId="280"/>
            <ac:spMk id="3" creationId="{17278846-4B03-F49A-5A31-1BAAF255B0B6}"/>
          </ac:spMkLst>
        </pc:spChg>
        <pc:graphicFrameChg chg="add mod modGraphic">
          <ac:chgData name="Nathan Wells" userId="1773e0c03b1d2bf5" providerId="LiveId" clId="{D3655903-3B21-4B65-95D8-E7ED9C04EE67}" dt="2026-09-04T19:30:00.318" v="3817" actId="14734"/>
          <ac:graphicFrameMkLst>
            <pc:docMk/>
            <pc:sldMk cId="3956164407" sldId="280"/>
            <ac:graphicFrameMk id="4" creationId="{16F5C6E8-518A-92BF-D994-4EEAD4598934}"/>
          </ac:graphicFrameMkLst>
        </pc:graphicFrameChg>
      </pc:sldChg>
    </pc:docChg>
  </pc:docChgLst>
  <pc:docChgLst>
    <pc:chgData name="Nathan Wells" userId="1773e0c03b1d2bf5" providerId="Windows Live" clId="Web-{2A7E31FA-A5CD-D21A-5FF8-4BAE4B10274E}"/>
    <pc:docChg chg="addSld modSld">
      <pc:chgData name="Nathan Wells" userId="1773e0c03b1d2bf5" providerId="Windows Live" clId="Web-{2A7E31FA-A5CD-D21A-5FF8-4BAE4B10274E}" dt="2026-09-03T21:05:23.476" v="223" actId="20577"/>
      <pc:docMkLst>
        <pc:docMk/>
      </pc:docMkLst>
      <pc:sldChg chg="modSp">
        <pc:chgData name="Nathan Wells" userId="1773e0c03b1d2bf5" providerId="Windows Live" clId="Web-{2A7E31FA-A5CD-D21A-5FF8-4BAE4B10274E}" dt="2026-09-03T21:01:59.400" v="20" actId="20577"/>
        <pc:sldMkLst>
          <pc:docMk/>
          <pc:sldMk cId="109857222" sldId="256"/>
        </pc:sldMkLst>
        <pc:spChg chg="mod">
          <ac:chgData name="Nathan Wells" userId="1773e0c03b1d2bf5" providerId="Windows Live" clId="Web-{2A7E31FA-A5CD-D21A-5FF8-4BAE4B10274E}" dt="2026-09-03T21:01:59.400" v="20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modSp new">
        <pc:chgData name="Nathan Wells" userId="1773e0c03b1d2bf5" providerId="Windows Live" clId="Web-{2A7E31FA-A5CD-D21A-5FF8-4BAE4B10274E}" dt="2026-09-03T21:02:02.525" v="24" actId="20577"/>
        <pc:sldMkLst>
          <pc:docMk/>
          <pc:sldMk cId="1184136494" sldId="257"/>
        </pc:sldMkLst>
        <pc:spChg chg="mod">
          <ac:chgData name="Nathan Wells" userId="1773e0c03b1d2bf5" providerId="Windows Live" clId="Web-{2A7E31FA-A5CD-D21A-5FF8-4BAE4B10274E}" dt="2026-09-03T21:02:02.525" v="24" actId="20577"/>
          <ac:spMkLst>
            <pc:docMk/>
            <pc:sldMk cId="1184136494" sldId="257"/>
            <ac:spMk id="2" creationId="{24186B41-F7BE-7ADA-E5F6-4C456A832DF8}"/>
          </ac:spMkLst>
        </pc:spChg>
      </pc:sldChg>
      <pc:sldChg chg="modSp new">
        <pc:chgData name="Nathan Wells" userId="1773e0c03b1d2bf5" providerId="Windows Live" clId="Web-{2A7E31FA-A5CD-D21A-5FF8-4BAE4B10274E}" dt="2026-09-03T21:02:22.261" v="38" actId="20577"/>
        <pc:sldMkLst>
          <pc:docMk/>
          <pc:sldMk cId="3936925394" sldId="258"/>
        </pc:sldMkLst>
        <pc:spChg chg="mod">
          <ac:chgData name="Nathan Wells" userId="1773e0c03b1d2bf5" providerId="Windows Live" clId="Web-{2A7E31FA-A5CD-D21A-5FF8-4BAE4B10274E}" dt="2026-09-03T21:02:22.261" v="38" actId="20577"/>
          <ac:spMkLst>
            <pc:docMk/>
            <pc:sldMk cId="3936925394" sldId="258"/>
            <ac:spMk id="2" creationId="{7A6200D7-DD35-E884-6813-89020F82D04E}"/>
          </ac:spMkLst>
        </pc:spChg>
      </pc:sldChg>
      <pc:sldChg chg="modSp new">
        <pc:chgData name="Nathan Wells" userId="1773e0c03b1d2bf5" providerId="Windows Live" clId="Web-{2A7E31FA-A5CD-D21A-5FF8-4BAE4B10274E}" dt="2026-09-03T21:02:52.951" v="77" actId="20577"/>
        <pc:sldMkLst>
          <pc:docMk/>
          <pc:sldMk cId="1798477771" sldId="259"/>
        </pc:sldMkLst>
        <pc:spChg chg="mod">
          <ac:chgData name="Nathan Wells" userId="1773e0c03b1d2bf5" providerId="Windows Live" clId="Web-{2A7E31FA-A5CD-D21A-5FF8-4BAE4B10274E}" dt="2026-09-03T21:02:52.951" v="77" actId="20577"/>
          <ac:spMkLst>
            <pc:docMk/>
            <pc:sldMk cId="1798477771" sldId="259"/>
            <ac:spMk id="2" creationId="{1F824929-A2A7-AF47-B13E-51B7CCBDE3E7}"/>
          </ac:spMkLst>
        </pc:spChg>
      </pc:sldChg>
      <pc:sldChg chg="modSp new">
        <pc:chgData name="Nathan Wells" userId="1773e0c03b1d2bf5" providerId="Windows Live" clId="Web-{2A7E31FA-A5CD-D21A-5FF8-4BAE4B10274E}" dt="2026-09-03T21:03:42.282" v="119" actId="20577"/>
        <pc:sldMkLst>
          <pc:docMk/>
          <pc:sldMk cId="1164679593" sldId="260"/>
        </pc:sldMkLst>
        <pc:spChg chg="mod">
          <ac:chgData name="Nathan Wells" userId="1773e0c03b1d2bf5" providerId="Windows Live" clId="Web-{2A7E31FA-A5CD-D21A-5FF8-4BAE4B10274E}" dt="2026-09-03T21:03:05.576" v="91" actId="20577"/>
          <ac:spMkLst>
            <pc:docMk/>
            <pc:sldMk cId="1164679593" sldId="260"/>
            <ac:spMk id="2" creationId="{BBBA70AC-CD0C-ED47-33B9-B6A432C4B540}"/>
          </ac:spMkLst>
        </pc:spChg>
        <pc:spChg chg="mod">
          <ac:chgData name="Nathan Wells" userId="1773e0c03b1d2bf5" providerId="Windows Live" clId="Web-{2A7E31FA-A5CD-D21A-5FF8-4BAE4B10274E}" dt="2026-09-03T21:03:42.282" v="119" actId="20577"/>
          <ac:spMkLst>
            <pc:docMk/>
            <pc:sldMk cId="1164679593" sldId="260"/>
            <ac:spMk id="3" creationId="{7A775259-18E9-72A2-ADEC-E1F02A7E8190}"/>
          </ac:spMkLst>
        </pc:spChg>
      </pc:sldChg>
      <pc:sldChg chg="modSp new">
        <pc:chgData name="Nathan Wells" userId="1773e0c03b1d2bf5" providerId="Windows Live" clId="Web-{2A7E31FA-A5CD-D21A-5FF8-4BAE4B10274E}" dt="2026-09-03T21:04:49.599" v="180" actId="20577"/>
        <pc:sldMkLst>
          <pc:docMk/>
          <pc:sldMk cId="1919077881" sldId="261"/>
        </pc:sldMkLst>
        <pc:spChg chg="mod">
          <ac:chgData name="Nathan Wells" userId="1773e0c03b1d2bf5" providerId="Windows Live" clId="Web-{2A7E31FA-A5CD-D21A-5FF8-4BAE4B10274E}" dt="2026-09-03T21:03:15.546" v="101" actId="20577"/>
          <ac:spMkLst>
            <pc:docMk/>
            <pc:sldMk cId="1919077881" sldId="261"/>
            <ac:spMk id="2" creationId="{A525C710-EC40-D090-F07A-11102D96DAD8}"/>
          </ac:spMkLst>
        </pc:spChg>
        <pc:spChg chg="mod">
          <ac:chgData name="Nathan Wells" userId="1773e0c03b1d2bf5" providerId="Windows Live" clId="Web-{2A7E31FA-A5CD-D21A-5FF8-4BAE4B10274E}" dt="2026-09-03T21:04:49.599" v="180" actId="20577"/>
          <ac:spMkLst>
            <pc:docMk/>
            <pc:sldMk cId="1919077881" sldId="261"/>
            <ac:spMk id="3" creationId="{927604F3-A40D-CC80-B7AB-A2DFAEE424B0}"/>
          </ac:spMkLst>
        </pc:spChg>
      </pc:sldChg>
      <pc:sldChg chg="modSp new">
        <pc:chgData name="Nathan Wells" userId="1773e0c03b1d2bf5" providerId="Windows Live" clId="Web-{2A7E31FA-A5CD-D21A-5FF8-4BAE4B10274E}" dt="2026-09-03T21:04:44.849" v="173" actId="20577"/>
        <pc:sldMkLst>
          <pc:docMk/>
          <pc:sldMk cId="1073430520" sldId="262"/>
        </pc:sldMkLst>
        <pc:spChg chg="mod">
          <ac:chgData name="Nathan Wells" userId="1773e0c03b1d2bf5" providerId="Windows Live" clId="Web-{2A7E31FA-A5CD-D21A-5FF8-4BAE4B10274E}" dt="2026-09-03T21:03:53.408" v="126" actId="20577"/>
          <ac:spMkLst>
            <pc:docMk/>
            <pc:sldMk cId="1073430520" sldId="262"/>
            <ac:spMk id="2" creationId="{D61C7ABE-2ABC-C0E6-700B-FF170793FF8C}"/>
          </ac:spMkLst>
        </pc:spChg>
        <pc:spChg chg="mod">
          <ac:chgData name="Nathan Wells" userId="1773e0c03b1d2bf5" providerId="Windows Live" clId="Web-{2A7E31FA-A5CD-D21A-5FF8-4BAE4B10274E}" dt="2026-09-03T21:04:44.849" v="173" actId="20577"/>
          <ac:spMkLst>
            <pc:docMk/>
            <pc:sldMk cId="1073430520" sldId="262"/>
            <ac:spMk id="3" creationId="{078251D3-25D1-B649-C1A6-3C44FFEEFF1B}"/>
          </ac:spMkLst>
        </pc:spChg>
      </pc:sldChg>
      <pc:sldChg chg="modSp new">
        <pc:chgData name="Nathan Wells" userId="1773e0c03b1d2bf5" providerId="Windows Live" clId="Web-{2A7E31FA-A5CD-D21A-5FF8-4BAE4B10274E}" dt="2026-09-03T21:04:10.503" v="149" actId="20577"/>
        <pc:sldMkLst>
          <pc:docMk/>
          <pc:sldMk cId="3482324415" sldId="263"/>
        </pc:sldMkLst>
        <pc:spChg chg="mod">
          <ac:chgData name="Nathan Wells" userId="1773e0c03b1d2bf5" providerId="Windows Live" clId="Web-{2A7E31FA-A5CD-D21A-5FF8-4BAE4B10274E}" dt="2026-09-03T21:04:10.503" v="149" actId="20577"/>
          <ac:spMkLst>
            <pc:docMk/>
            <pc:sldMk cId="3482324415" sldId="263"/>
            <ac:spMk id="2" creationId="{E36DCBC7-1025-94E5-D56B-F3F9D22840E3}"/>
          </ac:spMkLst>
        </pc:spChg>
      </pc:sldChg>
      <pc:sldChg chg="modSp new">
        <pc:chgData name="Nathan Wells" userId="1773e0c03b1d2bf5" providerId="Windows Live" clId="Web-{2A7E31FA-A5CD-D21A-5FF8-4BAE4B10274E}" dt="2026-09-03T21:05:23.476" v="223" actId="20577"/>
        <pc:sldMkLst>
          <pc:docMk/>
          <pc:sldMk cId="1858200191" sldId="264"/>
        </pc:sldMkLst>
        <pc:spChg chg="mod">
          <ac:chgData name="Nathan Wells" userId="1773e0c03b1d2bf5" providerId="Windows Live" clId="Web-{2A7E31FA-A5CD-D21A-5FF8-4BAE4B10274E}" dt="2026-09-03T21:04:21.081" v="153" actId="20577"/>
          <ac:spMkLst>
            <pc:docMk/>
            <pc:sldMk cId="1858200191" sldId="264"/>
            <ac:spMk id="2" creationId="{A9A63DAC-CE15-D398-772A-B50080EB46D8}"/>
          </ac:spMkLst>
        </pc:spChg>
        <pc:spChg chg="mod">
          <ac:chgData name="Nathan Wells" userId="1773e0c03b1d2bf5" providerId="Windows Live" clId="Web-{2A7E31FA-A5CD-D21A-5FF8-4BAE4B10274E}" dt="2026-09-03T21:05:23.476" v="223" actId="20577"/>
          <ac:spMkLst>
            <pc:docMk/>
            <pc:sldMk cId="1858200191" sldId="264"/>
            <ac:spMk id="3" creationId="{E7B54461-1563-65A2-3D39-D4685AC725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atents.google.com/?inventor=nathan+gibson+well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9.png"/><Relationship Id="rId1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Technical Presentation</a:t>
            </a:r>
            <a:br>
              <a:rPr lang="en-US" dirty="0"/>
            </a:br>
            <a:r>
              <a:rPr lang="en-US" dirty="0"/>
              <a:t>Nathan Wells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92FAB-0AB5-8879-C9EF-10FB5AFED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2945" y="3509963"/>
            <a:ext cx="1377079" cy="52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6B41-F7BE-7ADA-E5F6-4C456A832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8D6584-9C0B-B0DD-CA79-C8B99EF7D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Education:</a:t>
            </a:r>
          </a:p>
          <a:p>
            <a:pPr lvl="1"/>
            <a:r>
              <a:rPr lang="en-US" dirty="0"/>
              <a:t>MS: San Diego State (Statistics)</a:t>
            </a:r>
          </a:p>
          <a:p>
            <a:pPr lvl="1"/>
            <a:r>
              <a:rPr lang="en-US" dirty="0"/>
              <a:t>BS: Cal Poly Pomona (Mathematics/Statistics)</a:t>
            </a:r>
          </a:p>
          <a:p>
            <a:pPr marL="0" indent="0">
              <a:buNone/>
            </a:pPr>
            <a:r>
              <a:rPr lang="en-US" dirty="0"/>
              <a:t>Experience:</a:t>
            </a:r>
          </a:p>
          <a:p>
            <a:pPr lvl="1"/>
            <a:r>
              <a:rPr lang="en-US" dirty="0"/>
              <a:t>Cymer/ASML</a:t>
            </a:r>
          </a:p>
          <a:p>
            <a:pPr lvl="1"/>
            <a:r>
              <a:rPr lang="en-US" dirty="0"/>
              <a:t>D.O.D.</a:t>
            </a:r>
          </a:p>
          <a:p>
            <a:pPr lvl="1"/>
            <a:r>
              <a:rPr lang="en-US" dirty="0"/>
              <a:t>Upper Deck</a:t>
            </a:r>
          </a:p>
          <a:p>
            <a:pPr lvl="1"/>
            <a:r>
              <a:rPr lang="en-US" dirty="0"/>
              <a:t>UCSD</a:t>
            </a:r>
          </a:p>
          <a:p>
            <a:pPr marL="0" indent="0">
              <a:buNone/>
            </a:pPr>
            <a:r>
              <a:rPr lang="en-US" dirty="0"/>
              <a:t>Highlights:</a:t>
            </a:r>
          </a:p>
          <a:p>
            <a:r>
              <a:rPr lang="en-US" dirty="0"/>
              <a:t>4 First Authored Patents (AI/ML applications and methods) (8 total, </a:t>
            </a:r>
            <a:r>
              <a:rPr lang="en-US" dirty="0">
                <a:hlinkClick r:id="rId2"/>
              </a:rPr>
              <a:t>link</a:t>
            </a:r>
            <a:r>
              <a:rPr lang="en-US" dirty="0"/>
              <a:t>)</a:t>
            </a:r>
          </a:p>
          <a:p>
            <a:r>
              <a:rPr lang="en-US" dirty="0"/>
              <a:t>2024 Speaker at ASML Tech Conference (VHV)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Interests: Sports, Cooking, Coaching Youth Soccer (13 Teams)</a:t>
            </a:r>
          </a:p>
          <a:p>
            <a:pPr marL="0" indent="0">
              <a:buNone/>
            </a:pPr>
            <a:r>
              <a:rPr lang="en-US" dirty="0"/>
              <a:t>Family: Andrea (Wife), Olivia (volleyball, soccer), Bernadette(Soccer, lacrosse, Volleyball), Nolan (Soccer, Basketball, Flag Football)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97F80D-8F03-8F06-45DB-EB5456383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323" y="713468"/>
            <a:ext cx="2156191" cy="320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36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CBA89-8B80-F6E3-1D26-7AB11849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and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54EF3-5257-79DE-817F-EB979B149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66071" cy="4351338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r>
              <a:rPr lang="en-US" dirty="0"/>
              <a:t>Data collected over a two year period</a:t>
            </a:r>
          </a:p>
          <a:p>
            <a:r>
              <a:rPr lang="en-US" dirty="0"/>
              <a:t>No data  dictionary was shared, columns name were used a descriptions to be the best of our ability </a:t>
            </a:r>
          </a:p>
          <a:p>
            <a:r>
              <a:rPr lang="en-US" dirty="0"/>
              <a:t>Data contains no identifying information or meta data ; it is reasonable to assume 1 row = 1 independent individual </a:t>
            </a:r>
          </a:p>
          <a:p>
            <a:r>
              <a:rPr lang="en-US" dirty="0"/>
              <a:t>Customers are equi-valuable, no customer is more valuable than another</a:t>
            </a:r>
          </a:p>
          <a:p>
            <a:r>
              <a:rPr lang="en-US" dirty="0"/>
              <a:t>Data contains no time dependent information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"Date" Features are considered categorical and independent</a:t>
            </a:r>
          </a:p>
          <a:p>
            <a:r>
              <a:rPr lang="en-US" dirty="0"/>
              <a:t>Data is considered complete and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Response variable : 'successful_sale' (yes = sale:1, no= no sale:0)</a:t>
            </a:r>
          </a:p>
          <a:p>
            <a:pPr marL="0" indent="0">
              <a:buNone/>
            </a:pPr>
            <a:r>
              <a:rPr lang="en-US" dirty="0"/>
              <a:t>Features: All other columns (Continuous and Categorical)</a:t>
            </a:r>
          </a:p>
          <a:p>
            <a:pPr marL="0" indent="0">
              <a:buNone/>
            </a:pPr>
            <a:r>
              <a:rPr lang="en-US" dirty="0"/>
              <a:t>Categorical Features 'dummy' encoded for each unique value in the category (1: value, 0 otherwise) Ifor each unique value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Total Samples: 4640:sale, 36,548:no sale</a:t>
            </a:r>
            <a:endParaRPr lang="en-US" dirty="0"/>
          </a:p>
          <a:p>
            <a:pPr marL="0" indent="0">
              <a:buNone/>
            </a:pPr>
            <a:r>
              <a:rPr lang="en-US" sz="2600" dirty="0"/>
              <a:t>Data is considered imbalances with an abundance of 'no sale' entries.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feature c10 is identical to the response variable and will be excluded from the analysis. 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16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231C-E5B5-B9A5-110D-69CF8A28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Analysis and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AF867-022E-D8A4-ABC1-B7B78487D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32" y="1399619"/>
            <a:ext cx="511657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Exploratory Data Analysis (EDA) is an initial approach to analyzing data sets to summarize their main characteristics, often using visual methods.</a:t>
            </a:r>
            <a:endParaRPr lang="en-US" sz="16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DFA5C1A3-E85D-C79B-FBB2-369ACD8A5E1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6851422"/>
                  </p:ext>
                </p:extLst>
              </p:nvPr>
            </p:nvGraphicFramePr>
            <p:xfrm>
              <a:off x="3088640" y="2550804"/>
              <a:ext cx="2807669" cy="1579314"/>
            </p:xfrm>
            <a:graphic>
              <a:graphicData uri="http://schemas.microsoft.com/office/powerpoint/2016/slidezoom">
                <pslz:sldZm>
                  <pslz:sldZmObj sldId="267" cId="145488463">
                    <pslz:zmPr id="{8E3E404C-D0E2-41C1-B35A-DF5C1A0415DC}" returnToParent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7669" cy="157931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DFA5C1A3-E85D-C79B-FBB2-369ACD8A5E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8640" y="2550804"/>
                <a:ext cx="2807669" cy="157931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B134ECAC-4115-46D9-3C61-CABB0EE9DD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5652448"/>
                  </p:ext>
                </p:extLst>
              </p:nvPr>
            </p:nvGraphicFramePr>
            <p:xfrm>
              <a:off x="93472" y="2496096"/>
              <a:ext cx="2904927" cy="1634022"/>
            </p:xfrm>
            <a:graphic>
              <a:graphicData uri="http://schemas.microsoft.com/office/powerpoint/2016/slidezoom">
                <pslz:sldZm>
                  <pslz:sldZmObj sldId="268" cId="595343263">
                    <pslz:zmPr id="{5DE42393-59AC-4802-9393-B6FDED87A65C}" returnToParent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904927" cy="163402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B134ECAC-4115-46D9-3C61-CABB0EE9DD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472" y="2496096"/>
                <a:ext cx="2904927" cy="163402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658B149-510A-332B-D6A9-0FD2084540C7}"/>
              </a:ext>
            </a:extLst>
          </p:cNvPr>
          <p:cNvSpPr txBox="1"/>
          <p:nvPr/>
        </p:nvSpPr>
        <p:spPr>
          <a:xfrm>
            <a:off x="6055360" y="1339744"/>
            <a:ext cx="508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Baselining is the process to establish a simple model starting 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Decision Stump Analysis (single value thresholding) conducted to determine baseline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Utilizing a costume model selection process, n4 was determine to be the best baseline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selection was based using quantiles of the following criteria: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7F9C749-07A3-C309-5584-A4CEF53A4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721354"/>
              </p:ext>
            </p:extLst>
          </p:nvPr>
        </p:nvGraphicFramePr>
        <p:xfrm>
          <a:off x="6055360" y="4821661"/>
          <a:ext cx="5664200" cy="1393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>
                  <a:extLst>
                    <a:ext uri="{9D8B030D-6E8A-4147-A177-3AD203B41FA5}">
                      <a16:colId xmlns:a16="http://schemas.microsoft.com/office/drawing/2014/main" val="512795770"/>
                    </a:ext>
                  </a:extLst>
                </a:gridCol>
                <a:gridCol w="728980">
                  <a:extLst>
                    <a:ext uri="{9D8B030D-6E8A-4147-A177-3AD203B41FA5}">
                      <a16:colId xmlns:a16="http://schemas.microsoft.com/office/drawing/2014/main" val="412893965"/>
                    </a:ext>
                  </a:extLst>
                </a:gridCol>
                <a:gridCol w="3855720">
                  <a:extLst>
                    <a:ext uri="{9D8B030D-6E8A-4147-A177-3AD203B41FA5}">
                      <a16:colId xmlns:a16="http://schemas.microsoft.com/office/drawing/2014/main" val="3170903718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Metric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Direction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Definition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549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True Positive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Proportion of actual positive cases that the model correctly identified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5311309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True Negative Rate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Proportion of actual negative cases that the model correctly identified as Negative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717847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Positive Predictive Value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Proportion of positive predictions made by the model that were actually correct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1398468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Global Accuracy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Higher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Overall percentage of correct predictions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077344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9824DB50-5E89-7C05-5582-8E37359A28B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76581305"/>
                  </p:ext>
                </p:extLst>
              </p:nvPr>
            </p:nvGraphicFramePr>
            <p:xfrm>
              <a:off x="971296" y="4369345"/>
              <a:ext cx="3946144" cy="2219706"/>
            </p:xfrm>
            <a:graphic>
              <a:graphicData uri="http://schemas.microsoft.com/office/powerpoint/2016/slidezoom">
                <pslz:sldZm>
                  <pslz:sldZmObj sldId="269" cId="68446255">
                    <pslz:zmPr id="{D2B62F33-642C-4BB1-9250-5CC1500E3C86}" returnToParent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946144" cy="221970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extLst>
                  <a:ext uri="{FF2B5EF4-FFF2-40B4-BE49-F238E27FC236}">
                    <a16:creationId xmlns:a16="http://schemas.microsoft.com/office/drawing/2014/main" id="{9824DB50-5E89-7C05-5582-8E37359A28B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1296" y="4369345"/>
                <a:ext cx="3946144" cy="221970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7829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200D7-DD35-E884-6813-89020F82D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MLOps Training Pipeline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B3B7C-E37A-C4C4-E2D7-0312C89379E2}"/>
              </a:ext>
            </a:extLst>
          </p:cNvPr>
          <p:cNvSpPr/>
          <p:nvPr/>
        </p:nvSpPr>
        <p:spPr>
          <a:xfrm>
            <a:off x="593820" y="1726265"/>
            <a:ext cx="1324989" cy="928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Acquire data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7AE881-5692-3580-7235-9852EB64DD35}"/>
              </a:ext>
            </a:extLst>
          </p:cNvPr>
          <p:cNvSpPr/>
          <p:nvPr/>
        </p:nvSpPr>
        <p:spPr>
          <a:xfrm>
            <a:off x="3411950" y="1726266"/>
            <a:ext cx="1167476" cy="928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Validate</a:t>
            </a:r>
          </a:p>
          <a:p>
            <a:pPr algn="ctr"/>
            <a:r>
              <a:rPr lang="en-US" sz="1100" dirty="0"/>
              <a:t>Wrangle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963CA-5DE1-C4D0-993D-E2D0D1DA9983}"/>
              </a:ext>
            </a:extLst>
          </p:cNvPr>
          <p:cNvSpPr/>
          <p:nvPr/>
        </p:nvSpPr>
        <p:spPr>
          <a:xfrm>
            <a:off x="6095353" y="1729033"/>
            <a:ext cx="1130621" cy="928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Prep CV</a:t>
            </a:r>
          </a:p>
          <a:p>
            <a:pPr algn="ctr"/>
            <a:r>
              <a:rPr lang="en-US" sz="1100" dirty="0"/>
              <a:t>Loop over Each Fold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2EF13E-16A4-605F-8D22-69C067E12889}"/>
              </a:ext>
            </a:extLst>
          </p:cNvPr>
          <p:cNvSpPr/>
          <p:nvPr/>
        </p:nvSpPr>
        <p:spPr>
          <a:xfrm>
            <a:off x="9070997" y="1726266"/>
            <a:ext cx="1104189" cy="9282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Prep CV</a:t>
            </a:r>
          </a:p>
          <a:p>
            <a:pPr algn="ctr"/>
            <a:r>
              <a:rPr lang="en-US" sz="1100" dirty="0"/>
              <a:t>Loop over Each Fold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80729E-7005-3473-29C5-4E426C17C585}"/>
              </a:ext>
            </a:extLst>
          </p:cNvPr>
          <p:cNvSpPr/>
          <p:nvPr/>
        </p:nvSpPr>
        <p:spPr>
          <a:xfrm>
            <a:off x="8971241" y="4340623"/>
            <a:ext cx="1378101" cy="1043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Preparation</a:t>
            </a:r>
          </a:p>
          <a:p>
            <a:pPr algn="ctr"/>
            <a:r>
              <a:rPr lang="en-US" sz="1200" dirty="0"/>
              <a:t>Transformations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E78AF49-DEAD-54A7-B962-18BD21EEE4D7}"/>
              </a:ext>
            </a:extLst>
          </p:cNvPr>
          <p:cNvSpPr/>
          <p:nvPr/>
        </p:nvSpPr>
        <p:spPr>
          <a:xfrm>
            <a:off x="6095353" y="4340623"/>
            <a:ext cx="1190265" cy="1043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Calculate Metrics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478043-512E-7B21-01DC-1563F35EBF22}"/>
              </a:ext>
            </a:extLst>
          </p:cNvPr>
          <p:cNvSpPr/>
          <p:nvPr/>
        </p:nvSpPr>
        <p:spPr>
          <a:xfrm>
            <a:off x="3411949" y="4340623"/>
            <a:ext cx="1190265" cy="104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Store Metrics and Model Meta Data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BF94DD-F930-92B3-8B61-5030A48BADB8}"/>
              </a:ext>
            </a:extLst>
          </p:cNvPr>
          <p:cNvSpPr/>
          <p:nvPr/>
        </p:nvSpPr>
        <p:spPr>
          <a:xfrm>
            <a:off x="593820" y="4342002"/>
            <a:ext cx="1324989" cy="104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Model Selection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9A8FAF9-CFD2-B44C-756C-4A7E588BCE29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918809" y="2190394"/>
            <a:ext cx="149314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20EDF4-B943-66FA-DA22-BC9B428D7BF4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4602215" y="2190392"/>
            <a:ext cx="1493138" cy="27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FAFCD72-F7A0-EC96-D125-595628B32C24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248763" y="2187622"/>
            <a:ext cx="1822234" cy="2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3F8F091-849C-690D-BF5A-1E08525F2193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9623092" y="2654523"/>
            <a:ext cx="37200" cy="1686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5189961-1E96-B516-C036-A57272BF74BC}"/>
              </a:ext>
            </a:extLst>
          </p:cNvPr>
          <p:cNvCxnSpPr>
            <a:cxnSpLocks/>
            <a:stCxn id="22" idx="1"/>
            <a:endCxn id="24" idx="3"/>
          </p:cNvCxnSpPr>
          <p:nvPr/>
        </p:nvCxnSpPr>
        <p:spPr>
          <a:xfrm flipH="1">
            <a:off x="7285618" y="4862247"/>
            <a:ext cx="16856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ADC3B9F-20BF-D0AE-24B4-52C0AD8CA30C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4579426" y="4860861"/>
            <a:ext cx="1515927" cy="1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86C423-6435-0EDE-1507-41F3682DE12B}"/>
              </a:ext>
            </a:extLst>
          </p:cNvPr>
          <p:cNvCxnSpPr>
            <a:cxnSpLocks/>
          </p:cNvCxnSpPr>
          <p:nvPr/>
        </p:nvCxnSpPr>
        <p:spPr>
          <a:xfrm flipH="1" flipV="1">
            <a:off x="1907415" y="4838944"/>
            <a:ext cx="1515928" cy="1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6461943-2FF1-AFE5-3BDF-1AFCBE63830E}"/>
              </a:ext>
            </a:extLst>
          </p:cNvPr>
          <p:cNvCxnSpPr>
            <a:stCxn id="28" idx="1"/>
          </p:cNvCxnSpPr>
          <p:nvPr/>
        </p:nvCxnSpPr>
        <p:spPr>
          <a:xfrm flipH="1" flipV="1">
            <a:off x="299258" y="4860861"/>
            <a:ext cx="294562" cy="1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B772AE4-191B-4473-131E-0A6B96C550C3}"/>
              </a:ext>
            </a:extLst>
          </p:cNvPr>
          <p:cNvCxnSpPr/>
          <p:nvPr/>
        </p:nvCxnSpPr>
        <p:spPr>
          <a:xfrm flipV="1">
            <a:off x="290945" y="2187622"/>
            <a:ext cx="0" cy="2673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E92A36-CF9B-729C-1AF9-DB539F12C5F8}"/>
              </a:ext>
            </a:extLst>
          </p:cNvPr>
          <p:cNvCxnSpPr>
            <a:endCxn id="4" idx="1"/>
          </p:cNvCxnSpPr>
          <p:nvPr/>
        </p:nvCxnSpPr>
        <p:spPr>
          <a:xfrm>
            <a:off x="299258" y="2187622"/>
            <a:ext cx="294562" cy="2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3" name="Slide Zoom 72">
                <a:extLst>
                  <a:ext uri="{FF2B5EF4-FFF2-40B4-BE49-F238E27FC236}">
                    <a16:creationId xmlns:a16="http://schemas.microsoft.com/office/drawing/2014/main" id="{3F93DF8D-CC75-43C6-6557-6E82FE8217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75702605"/>
                  </p:ext>
                </p:extLst>
              </p:nvPr>
            </p:nvGraphicFramePr>
            <p:xfrm>
              <a:off x="446539" y="2898851"/>
              <a:ext cx="1640735" cy="922913"/>
            </p:xfrm>
            <a:graphic>
              <a:graphicData uri="http://schemas.microsoft.com/office/powerpoint/2016/slidezoom">
                <pslz:sldZm>
                  <pslz:sldZmObj sldId="270" cId="1471802947">
                    <pslz:zmPr id="{5BA790AB-8A5E-4829-8AF4-BFB28614F90D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40735" cy="92291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3" name="Slide Zoom 72">
                <a:extLst>
                  <a:ext uri="{FF2B5EF4-FFF2-40B4-BE49-F238E27FC236}">
                    <a16:creationId xmlns:a16="http://schemas.microsoft.com/office/drawing/2014/main" id="{3F93DF8D-CC75-43C6-6557-6E82FE8217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6539" y="2898851"/>
                <a:ext cx="1640735" cy="92291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5" name="Slide Zoom 74">
                <a:extLst>
                  <a:ext uri="{FF2B5EF4-FFF2-40B4-BE49-F238E27FC236}">
                    <a16:creationId xmlns:a16="http://schemas.microsoft.com/office/drawing/2014/main" id="{C896D98F-25E0-9150-F67F-B51DC9473DE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44671087"/>
                  </p:ext>
                </p:extLst>
              </p:nvPr>
            </p:nvGraphicFramePr>
            <p:xfrm>
              <a:off x="3135514" y="2779338"/>
              <a:ext cx="1948038" cy="1095771"/>
            </p:xfrm>
            <a:graphic>
              <a:graphicData uri="http://schemas.microsoft.com/office/powerpoint/2016/slidezoom">
                <pslz:sldZm>
                  <pslz:sldZmObj sldId="271" cId="3344639358">
                    <pslz:zmPr id="{C7169C01-2D28-4E61-B25E-2C278833792B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48038" cy="10957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5" name="Slide Zoom 74">
                <a:extLst>
                  <a:ext uri="{FF2B5EF4-FFF2-40B4-BE49-F238E27FC236}">
                    <a16:creationId xmlns:a16="http://schemas.microsoft.com/office/drawing/2014/main" id="{C896D98F-25E0-9150-F67F-B51DC9473DE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5514" y="2779338"/>
                <a:ext cx="1948038" cy="109577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9" name="Slide Zoom 78">
                <a:extLst>
                  <a:ext uri="{FF2B5EF4-FFF2-40B4-BE49-F238E27FC236}">
                    <a16:creationId xmlns:a16="http://schemas.microsoft.com/office/drawing/2014/main" id="{2DB75980-A0A2-B817-C78A-F70DC1CCEAB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61231513"/>
                  </p:ext>
                </p:extLst>
              </p:nvPr>
            </p:nvGraphicFramePr>
            <p:xfrm>
              <a:off x="5755981" y="2779338"/>
              <a:ext cx="2019296" cy="1135854"/>
            </p:xfrm>
            <a:graphic>
              <a:graphicData uri="http://schemas.microsoft.com/office/powerpoint/2016/slidezoom">
                <pslz:sldZm>
                  <pslz:sldZmObj sldId="272" cId="3394974166">
                    <pslz:zmPr id="{83929CC2-4740-4267-AA07-940DC71FBE55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19296" cy="11358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9" name="Slide Zoom 78">
                <a:extLst>
                  <a:ext uri="{FF2B5EF4-FFF2-40B4-BE49-F238E27FC236}">
                    <a16:creationId xmlns:a16="http://schemas.microsoft.com/office/drawing/2014/main" id="{2DB75980-A0A2-B817-C78A-F70DC1CCEAB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55981" y="2779338"/>
                <a:ext cx="2019296" cy="11358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1" name="Slide Zoom 80">
                <a:extLst>
                  <a:ext uri="{FF2B5EF4-FFF2-40B4-BE49-F238E27FC236}">
                    <a16:creationId xmlns:a16="http://schemas.microsoft.com/office/drawing/2014/main" id="{6B2E9E7B-7DF7-798D-CAB3-7534E1C56F8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74005519"/>
                  </p:ext>
                </p:extLst>
              </p:nvPr>
            </p:nvGraphicFramePr>
            <p:xfrm>
              <a:off x="9797423" y="2976355"/>
              <a:ext cx="1948038" cy="1095771"/>
            </p:xfrm>
            <a:graphic>
              <a:graphicData uri="http://schemas.microsoft.com/office/powerpoint/2016/slidezoom">
                <pslz:sldZm>
                  <pslz:sldZmObj sldId="273" cId="501161886">
                    <pslz:zmPr id="{023E845B-7D96-40AE-AFB2-76EA043C3691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48038" cy="109577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1" name="Slide Zoom 80">
                <a:extLst>
                  <a:ext uri="{FF2B5EF4-FFF2-40B4-BE49-F238E27FC236}">
                    <a16:creationId xmlns:a16="http://schemas.microsoft.com/office/drawing/2014/main" id="{6B2E9E7B-7DF7-798D-CAB3-7534E1C56F8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797423" y="2976355"/>
                <a:ext cx="1948038" cy="109577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3" name="Slide Zoom 82">
                <a:extLst>
                  <a:ext uri="{FF2B5EF4-FFF2-40B4-BE49-F238E27FC236}">
                    <a16:creationId xmlns:a16="http://schemas.microsoft.com/office/drawing/2014/main" id="{BF845985-7694-78D9-FFC0-DED8D62C97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4549643"/>
                  </p:ext>
                </p:extLst>
              </p:nvPr>
            </p:nvGraphicFramePr>
            <p:xfrm>
              <a:off x="5875473" y="5397456"/>
              <a:ext cx="1801429" cy="1013304"/>
            </p:xfrm>
            <a:graphic>
              <a:graphicData uri="http://schemas.microsoft.com/office/powerpoint/2016/slidezoom">
                <pslz:sldZm>
                  <pslz:sldZmObj sldId="274" cId="1784599951">
                    <pslz:zmPr id="{5DAB48EF-351D-4802-BFC6-95CC5CE7E3A5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01429" cy="101330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3" name="Slide Zoom 82">
                <a:extLst>
                  <a:ext uri="{FF2B5EF4-FFF2-40B4-BE49-F238E27FC236}">
                    <a16:creationId xmlns:a16="http://schemas.microsoft.com/office/drawing/2014/main" id="{BF845985-7694-78D9-FFC0-DED8D62C97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75473" y="5397456"/>
                <a:ext cx="1801429" cy="101330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5" name="Slide Zoom 84">
                <a:extLst>
                  <a:ext uri="{FF2B5EF4-FFF2-40B4-BE49-F238E27FC236}">
                    <a16:creationId xmlns:a16="http://schemas.microsoft.com/office/drawing/2014/main" id="{E07DDA4E-03AC-10E8-845D-59C04B7A8F4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0076848"/>
                  </p:ext>
                </p:extLst>
              </p:nvPr>
            </p:nvGraphicFramePr>
            <p:xfrm>
              <a:off x="2892970" y="5322222"/>
              <a:ext cx="2231571" cy="1255259"/>
            </p:xfrm>
            <a:graphic>
              <a:graphicData uri="http://schemas.microsoft.com/office/powerpoint/2016/slidezoom">
                <pslz:sldZm>
                  <pslz:sldZmObj sldId="277" cId="2687279356">
                    <pslz:zmPr id="{9B18AF6B-9449-4321-8250-5E97F3C4804C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31571" cy="125525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5" name="Slide Zoom 84">
                <a:extLst>
                  <a:ext uri="{FF2B5EF4-FFF2-40B4-BE49-F238E27FC236}">
                    <a16:creationId xmlns:a16="http://schemas.microsoft.com/office/drawing/2014/main" id="{E07DDA4E-03AC-10E8-845D-59C04B7A8F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92970" y="5322222"/>
                <a:ext cx="2231571" cy="125525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7" name="Slide Zoom 86">
                <a:extLst>
                  <a:ext uri="{FF2B5EF4-FFF2-40B4-BE49-F238E27FC236}">
                    <a16:creationId xmlns:a16="http://schemas.microsoft.com/office/drawing/2014/main" id="{654909E9-AB5E-E274-65A6-92493F524D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57269779"/>
                  </p:ext>
                </p:extLst>
              </p:nvPr>
            </p:nvGraphicFramePr>
            <p:xfrm>
              <a:off x="299258" y="5472240"/>
              <a:ext cx="1698172" cy="955222"/>
            </p:xfrm>
            <a:graphic>
              <a:graphicData uri="http://schemas.microsoft.com/office/powerpoint/2016/slidezoom">
                <pslz:sldZm>
                  <pslz:sldZmObj sldId="275" cId="2390286816">
                    <pslz:zmPr id="{D135678D-3E56-4097-971B-52133181D7DD}" returnToParent="0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98172" cy="95522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7" name="Slide Zoom 86">
                <a:extLst>
                  <a:ext uri="{FF2B5EF4-FFF2-40B4-BE49-F238E27FC236}">
                    <a16:creationId xmlns:a16="http://schemas.microsoft.com/office/drawing/2014/main" id="{654909E9-AB5E-E274-65A6-92493F524D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9258" y="5472240"/>
                <a:ext cx="1698172" cy="95522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88" name="TextBox 87">
            <a:extLst>
              <a:ext uri="{FF2B5EF4-FFF2-40B4-BE49-F238E27FC236}">
                <a16:creationId xmlns:a16="http://schemas.microsoft.com/office/drawing/2014/main" id="{D31DF688-B618-DDFC-EB18-70B7071E137F}"/>
              </a:ext>
            </a:extLst>
          </p:cNvPr>
          <p:cNvSpPr txBox="1"/>
          <p:nvPr/>
        </p:nvSpPr>
        <p:spPr>
          <a:xfrm rot="16200000">
            <a:off x="-1287094" y="2996895"/>
            <a:ext cx="294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Feedback and Repeat</a:t>
            </a:r>
          </a:p>
        </p:txBody>
      </p:sp>
    </p:spTree>
    <p:extLst>
      <p:ext uri="{BB962C8B-B14F-4D97-AF65-F5344CB8AC3E}">
        <p14:creationId xmlns:p14="http://schemas.microsoft.com/office/powerpoint/2010/main" val="3936925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5C710-EC40-D090-F07A-11102D96D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604F3-A40D-CC80-B7AB-A2DFAEE42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369" y="1421605"/>
            <a:ext cx="704028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Random Grid Search</a:t>
            </a:r>
          </a:p>
          <a:p>
            <a:r>
              <a:rPr lang="en-US" dirty="0"/>
              <a:t>Archiving Results and Recipes (meta data)</a:t>
            </a:r>
          </a:p>
          <a:p>
            <a:r>
              <a:rPr lang="en-US" dirty="0"/>
              <a:t>Repeatability</a:t>
            </a:r>
          </a:p>
          <a:p>
            <a:r>
              <a:rPr lang="en-US" dirty="0"/>
              <a:t>Auto training and model selection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6C618-F6BD-27A3-2DBC-C61F0EB9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463" y="641757"/>
            <a:ext cx="3582786" cy="331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FBB39-6EBF-5762-A104-B0E97D59B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8406"/>
            <a:ext cx="8005156" cy="15559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FDE83A-DD27-AE22-0324-2217FA8EB1B6}"/>
              </a:ext>
            </a:extLst>
          </p:cNvPr>
          <p:cNvSpPr/>
          <p:nvPr/>
        </p:nvSpPr>
        <p:spPr>
          <a:xfrm>
            <a:off x="5735783" y="3319350"/>
            <a:ext cx="882731" cy="6430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934383-2376-6B69-C517-31C74261710F}"/>
              </a:ext>
            </a:extLst>
          </p:cNvPr>
          <p:cNvSpPr/>
          <p:nvPr/>
        </p:nvSpPr>
        <p:spPr>
          <a:xfrm>
            <a:off x="6618514" y="3319350"/>
            <a:ext cx="1618012" cy="6430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EB0944-D619-728B-2E27-7089C79C6919}"/>
              </a:ext>
            </a:extLst>
          </p:cNvPr>
          <p:cNvCxnSpPr>
            <a:cxnSpLocks/>
          </p:cNvCxnSpPr>
          <p:nvPr/>
        </p:nvCxnSpPr>
        <p:spPr>
          <a:xfrm flipH="1">
            <a:off x="3751513" y="3962399"/>
            <a:ext cx="2420687" cy="1364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485A1B-489D-0B70-1A35-B4B79488D3B1}"/>
              </a:ext>
            </a:extLst>
          </p:cNvPr>
          <p:cNvSpPr txBox="1"/>
          <p:nvPr/>
        </p:nvSpPr>
        <p:spPr>
          <a:xfrm>
            <a:off x="2242457" y="5772943"/>
            <a:ext cx="2166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1:Select Best Model and Parameters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F08515-0853-841E-7637-A359F068A506}"/>
              </a:ext>
            </a:extLst>
          </p:cNvPr>
          <p:cNvCxnSpPr>
            <a:cxnSpLocks/>
          </p:cNvCxnSpPr>
          <p:nvPr/>
        </p:nvCxnSpPr>
        <p:spPr>
          <a:xfrm>
            <a:off x="4691743" y="5904055"/>
            <a:ext cx="22098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68583FF2-17B0-926E-0D5F-FDB593803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573" y="5472778"/>
            <a:ext cx="4618334" cy="10940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999F53-2989-51BB-18DF-9FABCDBF1345}"/>
              </a:ext>
            </a:extLst>
          </p:cNvPr>
          <p:cNvSpPr txBox="1"/>
          <p:nvPr/>
        </p:nvSpPr>
        <p:spPr>
          <a:xfrm>
            <a:off x="4745184" y="609610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2.Extract Utilize in 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37DDD9-667C-9B50-8590-52BBE5D235E6}"/>
              </a:ext>
            </a:extLst>
          </p:cNvPr>
          <p:cNvSpPr txBox="1"/>
          <p:nvPr/>
        </p:nvSpPr>
        <p:spPr>
          <a:xfrm>
            <a:off x="8236526" y="272143"/>
            <a:ext cx="372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Pairwise Plot ALL model metrics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715937-A3FB-F996-13BC-AB18E4B088E0}"/>
              </a:ext>
            </a:extLst>
          </p:cNvPr>
          <p:cNvSpPr txBox="1"/>
          <p:nvPr/>
        </p:nvSpPr>
        <p:spPr>
          <a:xfrm>
            <a:off x="8451470" y="4234543"/>
            <a:ext cx="33514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Trade offs and determine Investigate parameters caused them</a:t>
            </a:r>
          </a:p>
        </p:txBody>
      </p:sp>
    </p:spTree>
    <p:extLst>
      <p:ext uri="{BB962C8B-B14F-4D97-AF65-F5344CB8AC3E}">
        <p14:creationId xmlns:p14="http://schemas.microsoft.com/office/powerpoint/2010/main" val="191907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CBC7-1025-94E5-D56B-F3F9D228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Pipeline and Monitoring Discussion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DCC206-7AEE-8E1A-3F2A-7B1808C7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918" y="2605304"/>
            <a:ext cx="5631563" cy="30742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7DA54B-2188-E174-4F5E-A0C33202C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052" y="1690688"/>
            <a:ext cx="3853644" cy="800121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9C453616-2744-2743-1E48-CFAE309E0E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3570368"/>
                  </p:ext>
                </p:extLst>
              </p:nvPr>
            </p:nvGraphicFramePr>
            <p:xfrm>
              <a:off x="1505364" y="3224098"/>
              <a:ext cx="2467922" cy="1388206"/>
            </p:xfrm>
            <a:graphic>
              <a:graphicData uri="http://schemas.microsoft.com/office/powerpoint/2016/slidezoom">
                <pslz:sldZm>
                  <pslz:sldZmObj sldId="276" cId="2659318560">
                    <pslz:zmPr id="{49B7EDC5-EFE9-4F13-A10D-14BB26286B6C}" returnToParent="0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67922" cy="138820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extLst>
                  <a:ext uri="{FF2B5EF4-FFF2-40B4-BE49-F238E27FC236}">
                    <a16:creationId xmlns:a16="http://schemas.microsoft.com/office/drawing/2014/main" id="{9C453616-2744-2743-1E48-CFAE309E0E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05364" y="3224098"/>
                <a:ext cx="2467922" cy="138820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CE9AAFA8-09C0-4232-156C-39D81E4397B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39362250"/>
                  </p:ext>
                </p:extLst>
              </p:nvPr>
            </p:nvGraphicFramePr>
            <p:xfrm>
              <a:off x="1396304" y="1509597"/>
              <a:ext cx="3111917" cy="1750453"/>
            </p:xfrm>
            <a:graphic>
              <a:graphicData uri="http://schemas.microsoft.com/office/powerpoint/2016/slidezoom">
                <pslz:sldZm>
                  <pslz:sldZmObj sldId="258" cId="3936925394">
                    <pslz:zmPr id="{E79EB086-7532-40F2-B7F9-D3A3207AD1C7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111917" cy="175045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CE9AAFA8-09C0-4232-156C-39D81E4397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96304" y="1509597"/>
                <a:ext cx="3111917" cy="175045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9DC2B982-E632-749C-6C0B-CCDC30AEDDCE}"/>
              </a:ext>
            </a:extLst>
          </p:cNvPr>
          <p:cNvSpPr txBox="1"/>
          <p:nvPr/>
        </p:nvSpPr>
        <p:spPr>
          <a:xfrm>
            <a:off x="576943" y="4612304"/>
            <a:ext cx="4027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Simple Pipelines Set Up Automation on a per fold basis to avoid Data Leakage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EC823-2FE0-1F2E-5525-B0729B015B92}"/>
              </a:ext>
            </a:extLst>
          </p:cNvPr>
          <p:cNvSpPr txBox="1"/>
          <p:nvPr/>
        </p:nvSpPr>
        <p:spPr>
          <a:xfrm>
            <a:off x="103939" y="5657671"/>
            <a:ext cx="118050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Comments: </a:t>
            </a:r>
          </a:p>
          <a:p>
            <a:r>
              <a:rPr lang="en-US" dirty="0"/>
              <a:t>Monitoring requires a trigger to initial action: Data drift methods including statistical testing (p-values? Thresholds?)</a:t>
            </a:r>
          </a:p>
          <a:p>
            <a:r>
              <a:rPr lang="en-US" dirty="0"/>
              <a:t>AI Agentic reporting and inference opportunities occur at end of pipelines. Require model results but all data sources at the beginning of the pipeline.</a:t>
            </a:r>
          </a:p>
          <a:p>
            <a:r>
              <a:rPr lang="en-US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482324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01DF4-7DBF-BADB-B675-44669A83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Discussion/Data Enhancement/Services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F8B9-8828-7CBB-ACD0-FC1A9A035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1469572"/>
            <a:ext cx="11070771" cy="514894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Refinement of the data and model are required to improve model performance</a:t>
            </a:r>
          </a:p>
          <a:p>
            <a:r>
              <a:rPr lang="en-US" dirty="0"/>
              <a:t>Data Enhancement </a:t>
            </a:r>
          </a:p>
          <a:p>
            <a:pPr lvl="1"/>
            <a:r>
              <a:rPr lang="en-US" dirty="0"/>
              <a:t>Additional data context: Definitions of all columns</a:t>
            </a:r>
          </a:p>
          <a:p>
            <a:pPr lvl="1"/>
            <a:r>
              <a:rPr lang="en-US" dirty="0"/>
              <a:t>Time-based source: Capture changes over time</a:t>
            </a:r>
          </a:p>
          <a:p>
            <a:pPr lvl="1"/>
            <a:r>
              <a:rPr lang="en-US" dirty="0"/>
              <a:t>Engagement methods and history of each client</a:t>
            </a:r>
          </a:p>
          <a:p>
            <a:pPr lvl="1"/>
            <a:r>
              <a:rPr lang="en-US" b="1" dirty="0"/>
              <a:t>Any type of meta data on the purchase process could be included in problem formation and modeling</a:t>
            </a:r>
          </a:p>
          <a:p>
            <a:r>
              <a:rPr lang="en-US" dirty="0"/>
              <a:t>Model Improvements</a:t>
            </a:r>
          </a:p>
          <a:p>
            <a:pPr lvl="1"/>
            <a:r>
              <a:rPr lang="en-US" dirty="0"/>
              <a:t>Additional model test and feature engineering recommended for optimizing performance</a:t>
            </a:r>
          </a:p>
          <a:p>
            <a:pPr lvl="1"/>
            <a:r>
              <a:rPr lang="en-US" dirty="0"/>
              <a:t>Post hoc analysis on missed opportunities entries with sensitivity analysis </a:t>
            </a:r>
          </a:p>
          <a:p>
            <a:pPr lvl="1"/>
            <a:r>
              <a:rPr lang="en-US" b="1" dirty="0"/>
              <a:t>Implementation can include certainty score: </a:t>
            </a:r>
            <a:r>
              <a:rPr lang="en-US" b="1" i="1" dirty="0"/>
              <a:t>model.predict_proba</a:t>
            </a:r>
            <a:r>
              <a:rPr lang="en-US" b="1" dirty="0"/>
              <a:t>: set priorities based on resource allocation</a:t>
            </a:r>
          </a:p>
          <a:p>
            <a:pPr lvl="1"/>
            <a:r>
              <a:rPr lang="en-US" b="1" dirty="0"/>
              <a:t>Risk: Customer impact of soliciting “sale” material. If intervening, what is the impact?</a:t>
            </a:r>
          </a:p>
          <a:p>
            <a:r>
              <a:rPr lang="en-US" dirty="0"/>
              <a:t>Agentic Implementations</a:t>
            </a:r>
          </a:p>
          <a:p>
            <a:pPr lvl="1"/>
            <a:r>
              <a:rPr lang="en-US" dirty="0"/>
              <a:t>Improving model prediction per client entry  with additional description of the entry could create customized engagement plans and set customer priorities.</a:t>
            </a:r>
          </a:p>
          <a:p>
            <a:pPr lvl="1"/>
            <a:r>
              <a:rPr lang="en-US" dirty="0"/>
              <a:t>Action Triggered off prediction model results </a:t>
            </a:r>
          </a:p>
          <a:p>
            <a:pPr lvl="1"/>
            <a:r>
              <a:rPr lang="en-US" b="1" dirty="0"/>
              <a:t>Implementation can have different owners and costs. Need to be considered with Client.</a:t>
            </a:r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8FA51C-7EAF-00F8-5758-4CD0CB3F49FB}"/>
              </a:ext>
            </a:extLst>
          </p:cNvPr>
          <p:cNvSpPr txBox="1"/>
          <p:nvPr/>
        </p:nvSpPr>
        <p:spPr>
          <a:xfrm>
            <a:off x="5050971" y="2231572"/>
            <a:ext cx="4691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50630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E0CE5-800F-2281-DAAE-99A216E8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15E6-22D3-70BE-536D-A61E9C07B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8B82D-4F71-9875-D078-4664029D9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55711"/>
            <a:ext cx="10366657" cy="29393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04A915-CA26-3BB8-AFD8-0AAC7EE4EA19}"/>
              </a:ext>
            </a:extLst>
          </p:cNvPr>
          <p:cNvSpPr txBox="1"/>
          <p:nvPr/>
        </p:nvSpPr>
        <p:spPr>
          <a:xfrm>
            <a:off x="1926336" y="4941824"/>
            <a:ext cx="6238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missing values</a:t>
            </a:r>
          </a:p>
          <a:p>
            <a:r>
              <a:rPr lang="en-US" dirty="0"/>
              <a:t>n6 overloaded with 0’s – skewed distribution</a:t>
            </a:r>
          </a:p>
          <a:p>
            <a:r>
              <a:rPr lang="en-US" dirty="0"/>
              <a:t>n4 very tight distribution – few outliers.</a:t>
            </a:r>
          </a:p>
        </p:txBody>
      </p:sp>
    </p:spTree>
    <p:extLst>
      <p:ext uri="{BB962C8B-B14F-4D97-AF65-F5344CB8AC3E}">
        <p14:creationId xmlns:p14="http://schemas.microsoft.com/office/powerpoint/2010/main" val="68446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77BF-B506-F195-95C4-47B2DC7E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DCAE88-C75D-E9B1-DDB9-6A29D2C067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080" y="137541"/>
            <a:ext cx="6492664" cy="56983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88786F-E00E-5CE6-C238-FE8438F0B37C}"/>
              </a:ext>
            </a:extLst>
          </p:cNvPr>
          <p:cNvSpPr txBox="1"/>
          <p:nvPr/>
        </p:nvSpPr>
        <p:spPr>
          <a:xfrm>
            <a:off x="6915912" y="3336544"/>
            <a:ext cx="51003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features are not normally distributed except n5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multimodal distributions indicating groupings.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Imbalanced classes show more ‘no sale’ samples mixed with the ‘sale’ samples.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N4 has dichotomous distribution with ‘sale’ observations around value ‘0’.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I5 and I4 appears to have lower values indicating ‘sale’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C7B5A-2113-8954-A7E7-5FFE68A3155F}"/>
              </a:ext>
            </a:extLst>
          </p:cNvPr>
          <p:cNvSpPr txBox="1"/>
          <p:nvPr/>
        </p:nvSpPr>
        <p:spPr>
          <a:xfrm>
            <a:off x="7077386" y="640080"/>
            <a:ext cx="27615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contains pairwise scatter plots for each pair of continuous features.</a:t>
            </a:r>
          </a:p>
          <a:p>
            <a:r>
              <a:rPr lang="en-US" dirty="0"/>
              <a:t>Density Plots for the feature are presented along the diagonal.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193F06-8FAB-C642-42E9-6C5CC0C2B715}"/>
              </a:ext>
            </a:extLst>
          </p:cNvPr>
          <p:cNvSpPr txBox="1"/>
          <p:nvPr/>
        </p:nvSpPr>
        <p:spPr>
          <a:xfrm>
            <a:off x="243840" y="6108192"/>
            <a:ext cx="6587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Continuous Features Scatter and Density Plots group by “Successful sale”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423C8B-A5CC-B494-D39B-468F3266F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490" y="137541"/>
            <a:ext cx="1159339" cy="79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8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9F7D-F607-4845-543A-B057A6F5F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EE8AD70-DE4C-F447-1749-DD1B6ADCD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089" y="417207"/>
            <a:ext cx="6226695" cy="54134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05F741-DB0B-D764-A679-F99C3E922394}"/>
              </a:ext>
            </a:extLst>
          </p:cNvPr>
          <p:cNvSpPr txBox="1"/>
          <p:nvPr/>
        </p:nvSpPr>
        <p:spPr>
          <a:xfrm>
            <a:off x="7846412" y="2913888"/>
            <a:ext cx="412105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Setting c3 to ‘False’ captures the most sold samples but has a lot of ‘no sales’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c8 appears to be missing a lot of data due to the total amount of samples being less than the total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 Purchases were not as high as Apr and May purchases indication sales are coming around the “tax season”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Assistants (employment) has the most chances to purchase and made 25% of total purchases.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3FABC-AF1A-64C8-971A-4CAB9A667900}"/>
              </a:ext>
            </a:extLst>
          </p:cNvPr>
          <p:cNvSpPr txBox="1"/>
          <p:nvPr/>
        </p:nvSpPr>
        <p:spPr>
          <a:xfrm>
            <a:off x="7846412" y="985520"/>
            <a:ext cx="2231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 depict each categorial variable and the variables count of purchases.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EF0B9-33B8-CA30-69E9-F21816F5648F}"/>
              </a:ext>
            </a:extLst>
          </p:cNvPr>
          <p:cNvSpPr txBox="1"/>
          <p:nvPr/>
        </p:nvSpPr>
        <p:spPr>
          <a:xfrm>
            <a:off x="540512" y="6108192"/>
            <a:ext cx="629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Categorical Feature Bar Plots group by “Successful sale”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5B6417-5D1B-B777-31A0-7CC62391C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359" y="223871"/>
            <a:ext cx="1111111" cy="76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43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44FA-D1BE-44F1-2312-FC64DD893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F2452-8CB2-A342-D13F-BCA7983DF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E9ABFD-506E-CC29-E4D4-9A90E9732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658" y="1027906"/>
            <a:ext cx="8308807" cy="309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80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0D270-94A5-84E1-537A-D149EF59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CA60D-197F-90B9-2DA9-7A2C5B0DA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34A489-CF7F-58F2-52B2-FCF94969A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095" y="1352495"/>
            <a:ext cx="8314893" cy="509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3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C72-FC78-FA84-6A2E-66A5E3175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23E65-8363-4DF2-9B31-6080FD687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C06DE0-890F-E437-B603-04FF0E3E9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129" y="598516"/>
            <a:ext cx="6938865" cy="566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74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23D40-C3ED-C15D-57C6-49E63EB99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D1FB524-51AA-6F15-E0DB-B2B18666E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03796" y="662535"/>
            <a:ext cx="5988204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78E3B2-E9D5-27C5-55E9-3E8D695EE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5" y="662535"/>
            <a:ext cx="5740571" cy="459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61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91ED-5670-1610-58D5-8FF83697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CB4-5DA2-87E3-19F6-B2282B1A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5A55C7-72C0-604C-9153-E704DCA26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47" y="253010"/>
            <a:ext cx="10064106" cy="635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99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07E09-6E45-A35D-FF7D-69A7B6C3B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7D7D81-57CA-20D1-C788-2F3C71ABC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71" y="2525930"/>
            <a:ext cx="11800114" cy="204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79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3AAB-0B02-A7CC-FD63-1B473FF11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BFCC6-E82D-DA60-25DF-3298DCBA4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3F466-BEC2-B6EA-2FDA-4470B1E7C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007" y="1600152"/>
            <a:ext cx="9263985" cy="365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86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FC23-0A72-7F26-6EAA-7C773ABA6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Reporting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AD49E-63E0-86CD-775D-367C4087F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658" y="1430580"/>
            <a:ext cx="10515600" cy="4351338"/>
          </a:xfrm>
        </p:spPr>
        <p:txBody>
          <a:bodyPr/>
          <a:lstStyle/>
          <a:p>
            <a:r>
              <a:rPr lang="en-US" dirty="0"/>
              <a:t>Process designed to report sales predictions based upon new data.</a:t>
            </a:r>
          </a:p>
          <a:p>
            <a:r>
              <a:rPr lang="en-US" dirty="0"/>
              <a:t>Twice Daily Batch Reporting Avoid over alerting</a:t>
            </a:r>
          </a:p>
        </p:txBody>
      </p:sp>
      <p:pic>
        <p:nvPicPr>
          <p:cNvPr id="6" name="Graphic 5" descr="Database with solid fill">
            <a:extLst>
              <a:ext uri="{FF2B5EF4-FFF2-40B4-BE49-F238E27FC236}">
                <a16:creationId xmlns:a16="http://schemas.microsoft.com/office/drawing/2014/main" id="{D5CA56D9-8F76-EC99-1569-6231E6DCF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31323" y="3431334"/>
            <a:ext cx="914400" cy="91440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CF0E4BC-BDFC-6133-2FBD-D7B6097A0F72}"/>
              </a:ext>
            </a:extLst>
          </p:cNvPr>
          <p:cNvCxnSpPr/>
          <p:nvPr/>
        </p:nvCxnSpPr>
        <p:spPr>
          <a:xfrm>
            <a:off x="447040" y="3250200"/>
            <a:ext cx="1117600" cy="564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46F5CB-32D2-FDF1-40E8-E015B5992DEC}"/>
              </a:ext>
            </a:extLst>
          </p:cNvPr>
          <p:cNvCxnSpPr>
            <a:cxnSpLocks/>
          </p:cNvCxnSpPr>
          <p:nvPr/>
        </p:nvCxnSpPr>
        <p:spPr>
          <a:xfrm>
            <a:off x="635570" y="3967496"/>
            <a:ext cx="10814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C8311-0C51-31BE-D6D5-40F68E47A526}"/>
              </a:ext>
            </a:extLst>
          </p:cNvPr>
          <p:cNvCxnSpPr>
            <a:cxnSpLocks/>
          </p:cNvCxnSpPr>
          <p:nvPr/>
        </p:nvCxnSpPr>
        <p:spPr>
          <a:xfrm flipV="1">
            <a:off x="447040" y="4178359"/>
            <a:ext cx="1045523" cy="4586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12DE3AE-1192-7AD6-EF95-2CB7DBEECBEC}"/>
              </a:ext>
            </a:extLst>
          </p:cNvPr>
          <p:cNvCxnSpPr/>
          <p:nvPr/>
        </p:nvCxnSpPr>
        <p:spPr>
          <a:xfrm>
            <a:off x="2714497" y="3888534"/>
            <a:ext cx="10087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FC74930-1864-AD04-A8A5-BA411016505C}"/>
              </a:ext>
            </a:extLst>
          </p:cNvPr>
          <p:cNvSpPr/>
          <p:nvPr/>
        </p:nvSpPr>
        <p:spPr>
          <a:xfrm>
            <a:off x="3920028" y="3575598"/>
            <a:ext cx="1185029" cy="737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Data encoding validation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105906-81F3-CD56-08C3-25F9DBB7596C}"/>
              </a:ext>
            </a:extLst>
          </p:cNvPr>
          <p:cNvCxnSpPr/>
          <p:nvPr/>
        </p:nvCxnSpPr>
        <p:spPr>
          <a:xfrm>
            <a:off x="5293679" y="3888534"/>
            <a:ext cx="8023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C9D55D5-E398-DC59-7DC8-4C47EF0AE517}"/>
              </a:ext>
            </a:extLst>
          </p:cNvPr>
          <p:cNvSpPr/>
          <p:nvPr/>
        </p:nvSpPr>
        <p:spPr>
          <a:xfrm>
            <a:off x="6171857" y="3551893"/>
            <a:ext cx="1185029" cy="7376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ML Model Call</a:t>
            </a:r>
          </a:p>
          <a:p>
            <a:pPr algn="ctr"/>
            <a:r>
              <a:rPr lang="en-US" sz="1200" dirty="0"/>
              <a:t>Prediction</a:t>
            </a:r>
          </a:p>
        </p:txBody>
      </p:sp>
      <p:pic>
        <p:nvPicPr>
          <p:cNvPr id="24" name="Graphic 23" descr="Database with solid fill">
            <a:extLst>
              <a:ext uri="{FF2B5EF4-FFF2-40B4-BE49-F238E27FC236}">
                <a16:creationId xmlns:a16="http://schemas.microsoft.com/office/drawing/2014/main" id="{42879694-B629-7FC8-D93D-8F07942C72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12542" y="4857540"/>
            <a:ext cx="914400" cy="914400"/>
          </a:xfrm>
          <a:prstGeom prst="rect">
            <a:avLst/>
          </a:prstGeom>
        </p:spPr>
      </p:pic>
      <p:pic>
        <p:nvPicPr>
          <p:cNvPr id="28" name="Graphic 27" descr="Database with solid fill">
            <a:extLst>
              <a:ext uri="{FF2B5EF4-FFF2-40B4-BE49-F238E27FC236}">
                <a16:creationId xmlns:a16="http://schemas.microsoft.com/office/drawing/2014/main" id="{8CDB2153-808C-4978-0BD2-4E3343B04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3743" y="3431334"/>
            <a:ext cx="914400" cy="9144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E88D898-8F03-E509-A0DD-E26CC777DC6A}"/>
              </a:ext>
            </a:extLst>
          </p:cNvPr>
          <p:cNvCxnSpPr>
            <a:cxnSpLocks/>
          </p:cNvCxnSpPr>
          <p:nvPr/>
        </p:nvCxnSpPr>
        <p:spPr>
          <a:xfrm>
            <a:off x="7406093" y="3844113"/>
            <a:ext cx="6348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0BD7992-0C70-7E78-BFDE-807ABD332254}"/>
              </a:ext>
            </a:extLst>
          </p:cNvPr>
          <p:cNvSpPr txBox="1"/>
          <p:nvPr/>
        </p:nvSpPr>
        <p:spPr>
          <a:xfrm>
            <a:off x="1468683" y="4330760"/>
            <a:ext cx="143968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(Raw) Database</a:t>
            </a:r>
          </a:p>
          <a:p>
            <a:r>
              <a:rPr lang="en-US" sz="1050" dirty="0"/>
              <a:t>Historical and new 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947CAC-8625-4B92-AFA6-B460696F4B47}"/>
              </a:ext>
            </a:extLst>
          </p:cNvPr>
          <p:cNvSpPr txBox="1"/>
          <p:nvPr/>
        </p:nvSpPr>
        <p:spPr>
          <a:xfrm>
            <a:off x="5585110" y="4787364"/>
            <a:ext cx="1636078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Repository</a:t>
            </a:r>
          </a:p>
          <a:p>
            <a:r>
              <a:rPr lang="en-US" sz="1050" dirty="0"/>
              <a:t>Model logs/versioning</a:t>
            </a:r>
          </a:p>
          <a:p>
            <a:r>
              <a:rPr lang="en-US" sz="1050" dirty="0"/>
              <a:t>Training results</a:t>
            </a:r>
          </a:p>
          <a:p>
            <a:r>
              <a:rPr lang="en-US" sz="1050" dirty="0"/>
              <a:t>Run logs/Error logs</a:t>
            </a:r>
          </a:p>
          <a:p>
            <a:r>
              <a:rPr lang="en-US" sz="1050" dirty="0"/>
              <a:t>Transformation logic</a:t>
            </a:r>
          </a:p>
          <a:p>
            <a:r>
              <a:rPr lang="en-US" sz="1050" dirty="0"/>
              <a:t>Parameter recipes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4E3201-13D6-9099-7184-AA46593E8BFB}"/>
              </a:ext>
            </a:extLst>
          </p:cNvPr>
          <p:cNvSpPr txBox="1"/>
          <p:nvPr/>
        </p:nvSpPr>
        <p:spPr>
          <a:xfrm>
            <a:off x="7890668" y="4349091"/>
            <a:ext cx="14396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Client (Prediction) Database</a:t>
            </a:r>
          </a:p>
          <a:p>
            <a:r>
              <a:rPr lang="en-US" sz="1050" dirty="0"/>
              <a:t>Model metadata</a:t>
            </a:r>
          </a:p>
          <a:p>
            <a:r>
              <a:rPr lang="en-US" sz="1050" dirty="0"/>
              <a:t>Model Performance Monitoring</a:t>
            </a:r>
          </a:p>
          <a:p>
            <a:r>
              <a:rPr lang="en-US" sz="1050" dirty="0"/>
              <a:t>Run logs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C47CFA3-6B53-609F-F656-FFC7A3E9CDE6}"/>
              </a:ext>
            </a:extLst>
          </p:cNvPr>
          <p:cNvCxnSpPr>
            <a:cxnSpLocks/>
          </p:cNvCxnSpPr>
          <p:nvPr/>
        </p:nvCxnSpPr>
        <p:spPr>
          <a:xfrm flipH="1">
            <a:off x="8754457" y="3396138"/>
            <a:ext cx="943104" cy="318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Graphic 44" descr="Internet with solid fill">
            <a:extLst>
              <a:ext uri="{FF2B5EF4-FFF2-40B4-BE49-F238E27FC236}">
                <a16:creationId xmlns:a16="http://schemas.microsoft.com/office/drawing/2014/main" id="{4CE7EEE7-7121-42C1-C1C0-E307D547EF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6924" y="3008302"/>
            <a:ext cx="775673" cy="775673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5634152-C940-ABE9-8BED-9EB1AD672D68}"/>
              </a:ext>
            </a:extLst>
          </p:cNvPr>
          <p:cNvCxnSpPr>
            <a:cxnSpLocks/>
          </p:cNvCxnSpPr>
          <p:nvPr/>
        </p:nvCxnSpPr>
        <p:spPr>
          <a:xfrm>
            <a:off x="8775469" y="3931308"/>
            <a:ext cx="4309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2F1910F-0250-800B-D183-6FD0D14465CB}"/>
              </a:ext>
            </a:extLst>
          </p:cNvPr>
          <p:cNvCxnSpPr>
            <a:cxnSpLocks/>
          </p:cNvCxnSpPr>
          <p:nvPr/>
        </p:nvCxnSpPr>
        <p:spPr>
          <a:xfrm>
            <a:off x="8795865" y="4165412"/>
            <a:ext cx="711377" cy="360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Graphic 52" descr="Envelope with solid fill">
            <a:extLst>
              <a:ext uri="{FF2B5EF4-FFF2-40B4-BE49-F238E27FC236}">
                <a16:creationId xmlns:a16="http://schemas.microsoft.com/office/drawing/2014/main" id="{FF52AE97-34E1-044E-6F8E-0052916FC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0636" y="3746745"/>
            <a:ext cx="688743" cy="688743"/>
          </a:xfrm>
          <a:prstGeom prst="rect">
            <a:avLst/>
          </a:prstGeom>
        </p:spPr>
      </p:pic>
      <p:pic>
        <p:nvPicPr>
          <p:cNvPr id="55" name="Graphic 54" descr="Gauge outline">
            <a:extLst>
              <a:ext uri="{FF2B5EF4-FFF2-40B4-BE49-F238E27FC236}">
                <a16:creationId xmlns:a16="http://schemas.microsoft.com/office/drawing/2014/main" id="{3B800504-1B83-5F7F-237D-19D79224A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7561" y="4235385"/>
            <a:ext cx="914400" cy="914400"/>
          </a:xfrm>
          <a:prstGeom prst="rect">
            <a:avLst/>
          </a:prstGeom>
        </p:spPr>
      </p:pic>
      <p:pic>
        <p:nvPicPr>
          <p:cNvPr id="57" name="Graphic 56" descr="Document with solid fill">
            <a:extLst>
              <a:ext uri="{FF2B5EF4-FFF2-40B4-BE49-F238E27FC236}">
                <a16:creationId xmlns:a16="http://schemas.microsoft.com/office/drawing/2014/main" id="{6C2C4B4D-63A8-AFFB-B7CF-2EA9BE6E24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8160" y="4416726"/>
            <a:ext cx="593973" cy="59397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7D4E4205-ABBE-6279-2C73-93A847E0EFE0}"/>
              </a:ext>
            </a:extLst>
          </p:cNvPr>
          <p:cNvSpPr txBox="1"/>
          <p:nvPr/>
        </p:nvSpPr>
        <p:spPr>
          <a:xfrm>
            <a:off x="10585194" y="3974772"/>
            <a:ext cx="13198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Direct Email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3D2ADE-3D6E-CB9C-C168-E7FDAC20BBC6}"/>
              </a:ext>
            </a:extLst>
          </p:cNvPr>
          <p:cNvSpPr txBox="1"/>
          <p:nvPr/>
        </p:nvSpPr>
        <p:spPr>
          <a:xfrm>
            <a:off x="10542597" y="3148822"/>
            <a:ext cx="13198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User Access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6E94BC-AC86-76E3-0054-F866D9186EFA}"/>
              </a:ext>
            </a:extLst>
          </p:cNvPr>
          <p:cNvSpPr txBox="1"/>
          <p:nvPr/>
        </p:nvSpPr>
        <p:spPr>
          <a:xfrm>
            <a:off x="9766924" y="5053130"/>
            <a:ext cx="19513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Dashboard and Reporting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A25F0FC-40CC-2530-AE7A-953B5E38048E}"/>
              </a:ext>
            </a:extLst>
          </p:cNvPr>
          <p:cNvCxnSpPr>
            <a:cxnSpLocks/>
          </p:cNvCxnSpPr>
          <p:nvPr/>
        </p:nvCxnSpPr>
        <p:spPr>
          <a:xfrm flipH="1" flipV="1">
            <a:off x="4512542" y="4435488"/>
            <a:ext cx="264480" cy="480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3BDBF93-1B9A-72DB-A184-2774F32EC3D2}"/>
              </a:ext>
            </a:extLst>
          </p:cNvPr>
          <p:cNvCxnSpPr>
            <a:cxnSpLocks/>
          </p:cNvCxnSpPr>
          <p:nvPr/>
        </p:nvCxnSpPr>
        <p:spPr>
          <a:xfrm flipV="1">
            <a:off x="5323091" y="4285322"/>
            <a:ext cx="772909" cy="631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5CE3177-820B-AD4F-4026-A563DF5A8A7E}"/>
              </a:ext>
            </a:extLst>
          </p:cNvPr>
          <p:cNvSpPr txBox="1"/>
          <p:nvPr/>
        </p:nvSpPr>
        <p:spPr>
          <a:xfrm>
            <a:off x="2645723" y="3442839"/>
            <a:ext cx="1185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Batched Trigger: New Data Only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2A18896-EF06-9CE7-2690-CC26E2CA7CFD}"/>
              </a:ext>
            </a:extLst>
          </p:cNvPr>
          <p:cNvSpPr txBox="1"/>
          <p:nvPr/>
        </p:nvSpPr>
        <p:spPr>
          <a:xfrm>
            <a:off x="-62287" y="3638991"/>
            <a:ext cx="1333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Sales Data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C7A7FE-9A4E-1054-53F8-8877CB912CDE}"/>
              </a:ext>
            </a:extLst>
          </p:cNvPr>
          <p:cNvSpPr txBox="1"/>
          <p:nvPr/>
        </p:nvSpPr>
        <p:spPr>
          <a:xfrm>
            <a:off x="2952121" y="6294328"/>
            <a:ext cx="5514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pending requirements and funding approval</a:t>
            </a:r>
          </a:p>
        </p:txBody>
      </p:sp>
    </p:spTree>
    <p:extLst>
      <p:ext uri="{BB962C8B-B14F-4D97-AF65-F5344CB8AC3E}">
        <p14:creationId xmlns:p14="http://schemas.microsoft.com/office/powerpoint/2010/main" val="265931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</TotalTime>
  <Words>1052</Words>
  <Application>Microsoft Office PowerPoint</Application>
  <PresentationFormat>Widescreen</PresentationFormat>
  <Paragraphs>150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Aptos Narrow</vt:lpstr>
      <vt:lpstr>Arial</vt:lpstr>
      <vt:lpstr>Courier New</vt:lpstr>
      <vt:lpstr>Office Theme</vt:lpstr>
      <vt:lpstr>Technical Presentation Nathan Wells</vt:lpstr>
      <vt:lpstr>About me</vt:lpstr>
      <vt:lpstr>Data and Assumptions</vt:lpstr>
      <vt:lpstr>Exploratory Analysis and Baseline</vt:lpstr>
      <vt:lpstr>MLOps Training Pipeline</vt:lpstr>
      <vt:lpstr>Proposed Pipeline</vt:lpstr>
      <vt:lpstr>Reporting Pipeline and Monitoring Discussion</vt:lpstr>
      <vt:lpstr>Discussion/Data Enhancement/Services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Proposed Reporting Process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Wells</dc:creator>
  <cp:lastModifiedBy>Nathan Wells</cp:lastModifiedBy>
  <cp:revision>35</cp:revision>
  <dcterms:created xsi:type="dcterms:W3CDTF">2013-07-15T20:26:40Z</dcterms:created>
  <dcterms:modified xsi:type="dcterms:W3CDTF">2026-09-04T19:43:22Z</dcterms:modified>
</cp:coreProperties>
</file>